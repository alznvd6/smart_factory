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4"/>
    <p:sldId id="270" r:id="rId5"/>
    <p:sldId id="271" r:id="rId6"/>
    <p:sldId id="272" r:id="rId7"/>
    <p:sldId id="274" r:id="rId8"/>
    <p:sldId id="276" r:id="rId9"/>
    <p:sldId id="277" r:id="rId10"/>
    <p:sldId id="278" r:id="rId11"/>
    <p:sldId id="281" r:id="rId12"/>
    <p:sldId id="279"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2" r:id="rId34"/>
    <p:sldId id="308" r:id="rId35"/>
    <p:sldId id="309" r:id="rId36"/>
    <p:sldId id="307" r:id="rId37"/>
    <p:sldId id="303" r:id="rId38"/>
    <p:sldId id="304" r:id="rId39"/>
    <p:sldId id="305" r:id="rId40"/>
    <p:sldId id="306" r:id="rId41"/>
    <p:sldId id="310" r:id="rId42"/>
    <p:sldId id="311" r:id="rId43"/>
    <p:sldId id="312" r:id="rId44"/>
    <p:sldId id="313" r:id="rId45"/>
    <p:sldId id="314" r:id="rId46"/>
    <p:sldId id="316" r:id="rId47"/>
    <p:sldId id="315" r:id="rId48"/>
    <p:sldId id="317" r:id="rId49"/>
    <p:sldId id="318" r:id="rId50"/>
    <p:sldId id="319" r:id="rId51"/>
    <p:sldId id="320" r:id="rId52"/>
    <p:sldId id="321"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8561"/>
    <a:srgbClr val="5A866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napToObjects="1">
      <p:cViewPr varScale="1">
        <p:scale>
          <a:sx n="94" d="100"/>
          <a:sy n="94" d="100"/>
        </p:scale>
        <p:origin x="110" y="1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in="-3142" max="3142" units="rad"/>
          <inkml:channel name="OE" type="integer" min="-3142" max="3142" units="rad"/>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rad"/>
          <inkml:channelProperty channel="OE" name="resolution" value="1000" units="1/rad"/>
        </inkml:channelProperties>
      </inkml:inkSource>
      <inkml:timestamp xml:id="ts0" timeString="2026-07-21T13:52:52.290"/>
    </inkml:context>
    <inkml:brush xml:id="br0">
      <inkml:brushProperty name="width" value="0.1" units="cm"/>
      <inkml:brushProperty name="height" value="0.1" units="cm"/>
      <inkml:brushProperty name="color" value="#598561"/>
    </inkml:brush>
  </inkml:definitions>
  <inkml:trace contextRef="#ctx0" brushRef="#br0">11633 5809 9830 0 0,'6'-4'34'0'0,"-2"0"-1"0"0,0 0 0 0 0,0-2 1 0 0,0 2-1 0 0,-2-2 1 0 0,2 0-1 0 0,2-4 1 0 0,-2-4-40 0 0,-4-6 1 0 0,-2 14 16 0 0,0 2 0 0 0,0 0 0 0 0,0 0 0 0 0,2 0 0 0 0,-2 0 0 0 0,-2 0 0 0 0,2 2 0 0 0,0-2 0 0 0,-2 0 0 0 0,2 0 0 0 0,0 2 0 0 0,-2-2 0 0 0,2 2 0 0 0,-2 0 0 0 0,0-2 0 0 0,0 2 0 0 0,0 0 0 0 0,0 0 0 0 0,-6-4 0 0 0,-8-2 216 0 0,0 2 0 0 0,-40-10-1 0 0,-2 4 476 0 0,2 4-1 0 0,-2 0 0 0 0,0 4 1 0 0,-2 2-1 0 0,-82 10 0 0 0,24 8 1997 0 0,-202 48 0 0 0,194-30-1322 0 0,2 8 1 0 0,0 4 0 0 0,-120 64 0 0 0,160-62-1354 0 0,0 0 0 0 0,2 6 0 0 0,2 4 0 0 0,-126 116 1 0 0,174-142-24 0 0,2 2 0 0 0,2 0 0 0 0,2 4 0 0 0,-2-2 0 0 0,6 2 0 0 0,-30 56 0 0 0,44-70 0 0 0,0-2 0 0 0,2 0 0 0 0,2 0 0 0 0,-2 0 0 0 0,4 2 0 0 0,0 0 0 0 0,0 0 0 0 0,2 0 0 0 0,0 0 0 0 0,2 0 0 0 0,2 0 0 0 0,0 0 0 0 0,2 0 0 0 0,6 32 0 0 0,0-24 0 0 0,2 2 0 0 0,0 0 0 0 0,2-2 0 0 0,2 0 0 0 0,2 0 0 0 0,2-2 0 0 0,26 36 0 0 0,-12-26 0 0 0,0-2 0 0 0,2 0 0 0 0,2-4 0 0 0,60 44 0 0 0,-26-30 0 0 0,150 78 0 0 0,82 4 0 0 0,-70-50 0 0 0,4-12 0 0 0,454 72 0 0 0,506-38 0 0 0,384-116-434 0 0,-794-70-3774 0 0,-22-66-5983 0 0,-292 2 8819 0 0,-390 114 1327 0 0,-2-2 0 0 0,0-6 1 0 0,98-66-1 0 0,-144 84 45 0 0,-4-2 0 0 0,2-2 0 0 0,-2 0 0 0 0,-2-2 0 0 0,0-2 0 0 0,40-56 0 0 0,-58 70 0 0 0,-2 0 0 0 0,2 0 0 0 0,-2-2 0 0 0,-2 0 0 0 0,0 2 0 0 0,-2-2 0 0 0,0 0 0 0 0,-2-2 0 0 0,0 2 0 0 0,0 0 0 0 0,-2-2 0 0 0,0 2 0 0 0,-2-2 0 0 0,0 2 0 0 0,-4-34 0 0 0,-4 20 0 0 0,-2-2 0 0 0,0 4 0 0 0,-2-2 0 0 0,-2 2 0 0 0,-2-2 0 0 0,0 4 0 0 0,-2-2 0 0 0,0 2 0 0 0,-44-50 0 0 0,10 18 0 0 0,-4 4 0 0 0,-4 2 0 0 0,-76-60 0 0 0,-16 8 0 0 0,-2 4 0 0 0,-4 10 0 0 0,-282-124 0 0 0,120 90 0 0 0,-344-92 0 0 0,-418-22-125 0 0,772 200 438 0 0,-484-6 0 0 0,598 52 2681 0 0,2 8 0 0 0,0 6 0 0 0,2 10 1 0 0,-238 66-1 0 0,332-66-2766 0 0,0 6 0 0 0,4 4 0 0 0,-112 60 0 0 0,128-52-228 0 0</inkml:trace>
  <inkml:trace contextRef="#ctx0" brushRef="#br0" timeOffset="44346.85">12455 5045 9830 0 0,'16'2'273'0'0,"-4"-8"0"0"0,-8-8 0 0 0,2-4-49 0 0,-4 0-199 0 0,4-4-45 0 0,-2 0 2 0 0,0-2 0 0 0,-2 2 0 0 0,2 0 0 0 0,-2 2-1 0 0,0-238-205 0 0,-2 102 77 0 0,4-58-50 0 0,-2-36 16 0 0,-4 166 77 0 0,10-116 0 0 0,10-108 104 0 0,-18 302 0 0 0,2-18 0 0 0,0 4 0 0 0,0-2 0 0 0,0 4 0 0 0,0-2 0 0 0,0 2 0 0 0,0 2 0 0 0,0 0 0 0 0,0 0 0 0 0,0 2 0 0 0,0 2 0 0 0,-2-2 0 0 0,-2 0 0 0 0,-8 4 0 0 0</inkml:trace>
  <inkml:trace contextRef="#ctx0" brushRef="#br0" timeOffset="55426.13">11149 705 9830 0 0,'6'-4'34'0'0,"-2"0"-1"0"0,0 0 0 0 0,0-2 1 0 0,0 2-1 0 0,-2-2 1 0 0,2 0-1 0 0,2-4 1 0 0,-2-4-40 0 0,-4-6 1 0 0,-2 14 16 0 0,0 2 0 0 0,0 0 0 0 0,0 0 0 0 0,2 0 0 0 0,-2 0 0 0 0,-2 0 0 0 0,2 2 0 0 0,0-2 0 0 0,-2 0 0 0 0,2 0 0 0 0,0 2 0 0 0,-2-2 0 0 0,2 2 0 0 0,-2 0 0 0 0,0-2 0 0 0,0 2 0 0 0,0 0 0 0 0,0 0 0 0 0,-6-4 0 0 0,-8-2 216 0 0,0 2 0 0 0,-40-10-1 0 0,-2 4 476 0 0,2 4-1 0 0,-2 0 0 0 0,0 4 1 0 0,-2 2-1 0 0,-82 10 0 0 0,24 8 1997 0 0,-202 48 0 0 0,194-30-1322 0 0,2 8 1 0 0,0 4 0 0 0,-120 64 0 0 0,160-62-1354 0 0,0 0 0 0 0,2 6 0 0 0,2 4 0 0 0,-126 116 1 0 0,174-142-24 0 0,2 2 0 0 0,2 0 0 0 0,2 4 0 0 0,-2-2 0 0 0,6 2 0 0 0,-30 56 0 0 0,44-70 0 0 0,0-2 0 0 0,2 0 0 0 0,2 0 0 0 0,-2 0 0 0 0,4 2 0 0 0,0 0 0 0 0,0 0 0 0 0,2 0 0 0 0,0 0 0 0 0,2 0 0 0 0,2 0 0 0 0,0 0 0 0 0,2 0 0 0 0,6 32 0 0 0,0-24 0 0 0,2 2 0 0 0,0 0 0 0 0,2-2 0 0 0,2 0 0 0 0,2 0 0 0 0,2-2 0 0 0,26 36 0 0 0,-12-26 0 0 0,0-2 0 0 0,2 0 0 0 0,2-4 0 0 0,60 44 0 0 0,-26-30 0 0 0,150 78 0 0 0,82 4 0 0 0,-70-50 0 0 0,4-12 0 0 0,454 72 0 0 0,506-38 0 0 0,384-116-434 0 0,-794-70-3774 0 0,-22-66-5983 0 0,-292 2 8819 0 0,-390 114 1327 0 0,-2-2 0 0 0,0-6 1 0 0,98-66-1 0 0,-144 84 45 0 0,-4-2 0 0 0,2-2 0 0 0,-2 0 0 0 0,-2-2 0 0 0,0-2 0 0 0,40-56 0 0 0,-58 70 0 0 0,-2 0 0 0 0,2 0 0 0 0,-2-2 0 0 0,-2 0 0 0 0,0 2 0 0 0,-2-2 0 0 0,0 0 0 0 0,-2-2 0 0 0,0 2 0 0 0,0 0 0 0 0,-2-2 0 0 0,0 2 0 0 0,-2-2 0 0 0,0 2 0 0 0,-4-34 0 0 0,-4 20 0 0 0,-2-2 0 0 0,0 4 0 0 0,-2-2 0 0 0,-2 2 0 0 0,-2-2 0 0 0,0 4 0 0 0,-2-2 0 0 0,0 2 0 0 0,-44-50 0 0 0,10 18 0 0 0,-4 4 0 0 0,-4 2 0 0 0,-76-60 0 0 0,-16 8 0 0 0,-2 4 0 0 0,-4 10 0 0 0,-282-124 0 0 0,120 90 0 0 0,-344-92 0 0 0,-418-22-125 0 0,772 200 438 0 0,-484-6 0 0 0,598 52 2681 0 0,2 8 0 0 0,0 6 0 0 0,2 10 1 0 0,-238 66-1 0 0,332-66-2766 0 0,0 6 0 0 0,4 4 0 0 0,-112 60 0 0 0,128-52-228 0 0</inkml:trace>
  <inkml:trace contextRef="#ctx0" brushRef="#br0" timeOffset="72647.89">3239 12011 9830 0 0,'0'-4'0'0'0,"0"2"0"0"0,0-2 0 0 0,0 0 0 0 0,0 2 0 0 0,-2-2 0 0 0,2 2 0 0 0,-2-2 0 0 0,2 0 0 0 0,-2 2 0 0 0,0-2 0 0 0,2 2 0 0 0,0-2 0 0 0,-2 0 0 0 0,-4-2 0 0 0,2 0 0 0 0,0 2 0 0 0,-2-2 0 0 0,2 2 0 0 0,-2-2 0 0 0,0 2 0 0 0,-8-6 0 0 0,-6 0 0 0 0,0-2 0 0 0,0 2 0 0 0,-28-8 0 0 0,-10 2 487 0 0,0 0 0 0 0,-2 4 0 0 0,2 2-1 0 0,-70-4 1 0 0,16 10 1210 0 0,-152 14 0 0 0,56 12 1607 0 0,-2 8-1 0 0,-310 84 0 0 0,392-74-3195 0 0,2 2-1 0 0,2 8 1 0 0,2 4-1 0 0,4 8 1 0 0,-132 86 0 0 0,192-110-108 0 0,2 2 0 0 0,2 6 0 0 0,2-2 0 0 0,2 4 0 0 0,-60 76 0 0 0,90-100 0 0 0,4 4 0 0 0,-2 0 0 0 0,4 0 0 0 0,-2 0 0 0 0,-16 56 0 0 0,24-60 0 0 0,2 0 0 0 0,2 0 0 0 0,0 0 0 0 0,2 2 0 0 0,0-2 0 0 0,2 2 0 0 0,0-2 0 0 0,4 34 0 0 0,2-26 0 0 0,2-2 0 0 0,0 2 0 0 0,0 0 0 0 0,4-4 0 0 0,0 2 0 0 0,22 38 0 0 0,-12-30 0 0 0,2-2 0 0 0,2 0 0 0 0,2 0 0 0 0,36 34 0 0 0,-14-24 0 0 0,0-2 0 0 0,4 0 0 0 0,2-4 0 0 0,2-2 0 0 0,118 58 0 0 0,-68-50 0 0 0,2-6 0 0 0,2-2 0 0 0,0-6 0 0 0,204 28 0 0 0,-66-30 0 0 0,278-8 0 0 0,400-66-1442 0 0,-20-94-9224 0 0,-322-10 7590 0 0,-430 96 2476 0 0,250-116 0 0 0,-324 128 600 0 0,-2-6 0 0 0,86-64 0 0 0,-132 86 0 0 0,-2-2 0 0 0,-2-2 0 0 0,0-2 0 0 0,-2 0 0 0 0,0 0 0 0 0,-4-2 0 0 0,26-40 0 0 0,-40 54 0 0 0,-2 0 0 0 0,2 0 0 0 0,-4-2 0 0 0,0 2 0 0 0,0-2 0 0 0,0 0 0 0 0,-2 2 0 0 0,0-2 0 0 0,-2 0 0 0 0,-2 0 0 0 0,2 0 0 0 0,-2 0 0 0 0,-2 0 0 0 0,-4-32 0 0 0,-2 22 0 0 0,0 2 0 0 0,-2-4 0 0 0,0 4 0 0 0,-2 0 0 0 0,0 0 0 0 0,-2 0 0 0 0,-2 2 0 0 0,-32-44 0 0 0,10 24 0 0 0,-2 2 0 0 0,-2 0 0 0 0,-2 2 0 0 0,-52-36 0 0 0,6 12 0 0 0,-126-68 0 0 0,58 52 0 0 0,-2 6 0 0 0,-4 8 0 0 0,-236-64 0 0 0,140 64 0 0 0,-408-48 0 0 0,-36 72 3717 0 0,526 48-1195 0 0,-338 52-1 0 0,422-38-560 0 0,2 4 0 0 0,-182 68 1 0 0,230-72-1769 0 0,2 2 0 0 0,0 0 1 0 0,2 4-1 0 0,0 2 0 0 0,2 2 1 0 0,0 0-1 0 0,2 2 0 0 0,-32 36 1 0 0,50-46-194 0 0,-24 38 0 0 0,-2 20 0 0 0</inkml:trace>
  <inkml:trace contextRef="#ctx0" brushRef="#br0" timeOffset="78287.92">10079 12575 9830 0 0,'0'-4'0'0'0,"0"2"0"0"0,0-2 0 0 0,0 0 0 0 0,0 2 0 0 0,-2-2 0 0 0,2 2 0 0 0,-2-2 0 0 0,2 0 0 0 0,-2 2 0 0 0,0-2 0 0 0,2 2 0 0 0,0-2 0 0 0,-2 0 0 0 0,-4-2 0 0 0,2 0 0 0 0,0 2 0 0 0,-2-2 0 0 0,2 2 0 0 0,-2-2 0 0 0,0 2 0 0 0,-8-6 0 0 0,-6 0 0 0 0,0-2 0 0 0,0 2 0 0 0,-28-8 0 0 0,-10 2 487 0 0,0 0 0 0 0,-2 4 0 0 0,2 2-1 0 0,-70-4 1 0 0,16 10 1210 0 0,-152 14 0 0 0,56 12 1607 0 0,-2 8-1 0 0,-310 84 0 0 0,392-74-3195 0 0,2 2-1 0 0,2 8 1 0 0,2 4-1 0 0,4 8 1 0 0,-132 86 0 0 0,192-110-108 0 0,2 2 0 0 0,2 6 0 0 0,2-2 0 0 0,2 4 0 0 0,-60 76 0 0 0,90-100 0 0 0,4 4 0 0 0,-2 0 0 0 0,4 0 0 0 0,-2 0 0 0 0,-16 56 0 0 0,24-60 0 0 0,2 0 0 0 0,2 0 0 0 0,0 0 0 0 0,2 2 0 0 0,0-2 0 0 0,2 2 0 0 0,0-2 0 0 0,4 34 0 0 0,2-26 0 0 0,2-2 0 0 0,0 2 0 0 0,0 0 0 0 0,4-4 0 0 0,0 2 0 0 0,22 38 0 0 0,-12-30 0 0 0,2-2 0 0 0,2 0 0 0 0,2 0 0 0 0,36 34 0 0 0,-14-24 0 0 0,0-2 0 0 0,4 0 0 0 0,2-4 0 0 0,2-2 0 0 0,118 58 0 0 0,-68-50 0 0 0,2-6 0 0 0,2-2 0 0 0,0-6 0 0 0,204 28 0 0 0,-66-30 0 0 0,278-8 0 0 0,400-66-1442 0 0,-20-94-9224 0 0,-322-10 7590 0 0,-430 96 2476 0 0,250-116 0 0 0,-324 128 600 0 0,-2-6 0 0 0,86-64 0 0 0,-132 86 0 0 0,-2-2 0 0 0,-2-2 0 0 0,0-2 0 0 0,-2 0 0 0 0,0 0 0 0 0,-4-2 0 0 0,26-40 0 0 0,-40 54 0 0 0,-2 0 0 0 0,2 0 0 0 0,-4-2 0 0 0,0 2 0 0 0,0-2 0 0 0,0 0 0 0 0,-2 2 0 0 0,0-2 0 0 0,-2 0 0 0 0,-2 0 0 0 0,2 0 0 0 0,-2 0 0 0 0,-2 0 0 0 0,-4-32 0 0 0,-2 22 0 0 0,0 2 0 0 0,-2-4 0 0 0,0 4 0 0 0,-2 0 0 0 0,0 0 0 0 0,-2 0 0 0 0,-2 2 0 0 0,-32-44 0 0 0,10 24 0 0 0,-2 2 0 0 0,-2 0 0 0 0,-2 2 0 0 0,-52-36 0 0 0,6 12 0 0 0,-126-68 0 0 0,58 52 0 0 0,-2 6 0 0 0,-4 8 0 0 0,-236-64 0 0 0,140 64 0 0 0,-408-48 0 0 0,-36 72 3717 0 0,526 48-1195 0 0,-338 52-1 0 0,422-38-560 0 0,2 4 0 0 0,-182 68 1 0 0,230-72-1769 0 0,2 2 0 0 0,0 0 1 0 0,2 4-1 0 0,0 2 0 0 0,2 2 1 0 0,0 0-1 0 0,2 2 0 0 0,-32 36 1 0 0,50-46-194 0 0,-24 38 0 0 0,-2 20 0 0 0</inkml:trace>
  <inkml:trace contextRef="#ctx0" brushRef="#br0" timeOffset="85616.78">16981 12575 9830 0 0,'0'-4'0'0'0,"0"2"0"0"0,0-2 0 0 0,0 0 0 0 0,0 2 0 0 0,-2-2 0 0 0,2 2 0 0 0,-2-2 0 0 0,2 0 0 0 0,-2 2 0 0 0,0-2 0 0 0,2 2 0 0 0,0-2 0 0 0,-2 0 0 0 0,-4-2 0 0 0,2 0 0 0 0,0 2 0 0 0,-2-2 0 0 0,2 2 0 0 0,-2-2 0 0 0,0 2 0 0 0,-8-6 0 0 0,-6 0 0 0 0,0-2 0 0 0,0 2 0 0 0,-28-8 0 0 0,-10 2 487 0 0,0 0 0 0 0,-2 4 0 0 0,2 2-1 0 0,-70-4 1 0 0,16 10 1210 0 0,-152 14 0 0 0,56 12 1607 0 0,-2 8-1 0 0,-310 84 0 0 0,392-74-3195 0 0,2 2-1 0 0,2 8 1 0 0,2 4-1 0 0,4 8 1 0 0,-132 86 0 0 0,192-110-108 0 0,2 2 0 0 0,2 6 0 0 0,2-2 0 0 0,2 4 0 0 0,-60 76 0 0 0,90-100 0 0 0,4 4 0 0 0,-2 0 0 0 0,4 0 0 0 0,-2 0 0 0 0,-16 56 0 0 0,24-60 0 0 0,2 0 0 0 0,2 0 0 0 0,0 0 0 0 0,2 2 0 0 0,0-2 0 0 0,2 2 0 0 0,0-2 0 0 0,4 34 0 0 0,2-26 0 0 0,2-2 0 0 0,0 2 0 0 0,0 0 0 0 0,4-4 0 0 0,0 2 0 0 0,22 38 0 0 0,-12-30 0 0 0,2-2 0 0 0,2 0 0 0 0,2 0 0 0 0,36 34 0 0 0,-14-24 0 0 0,0-2 0 0 0,4 0 0 0 0,2-4 0 0 0,2-2 0 0 0,118 58 0 0 0,-68-50 0 0 0,2-6 0 0 0,2-2 0 0 0,0-6 0 0 0,204 28 0 0 0,-66-30 0 0 0,278-8 0 0 0,400-66-1442 0 0,-20-94-9224 0 0,-322-10 7590 0 0,-430 96 2476 0 0,250-116 0 0 0,-324 128 600 0 0,-2-6 0 0 0,86-64 0 0 0,-132 86 0 0 0,-2-2 0 0 0,-2-2 0 0 0,0-2 0 0 0,-2 0 0 0 0,0 0 0 0 0,-4-2 0 0 0,26-40 0 0 0,-40 54 0 0 0,-2 0 0 0 0,2 0 0 0 0,-4-2 0 0 0,0 2 0 0 0,0-2 0 0 0,0 0 0 0 0,-2 2 0 0 0,0-2 0 0 0,-2 0 0 0 0,-2 0 0 0 0,2 0 0 0 0,-2 0 0 0 0,-2 0 0 0 0,-4-32 0 0 0,-2 22 0 0 0,0 2 0 0 0,-2-4 0 0 0,0 4 0 0 0,-2 0 0 0 0,0 0 0 0 0,-2 0 0 0 0,-2 2 0 0 0,-32-44 0 0 0,10 24 0 0 0,-2 2 0 0 0,-2 0 0 0 0,-2 2 0 0 0,-52-36 0 0 0,6 12 0 0 0,-126-68 0 0 0,58 52 0 0 0,-2 6 0 0 0,-4 8 0 0 0,-236-64 0 0 0,140 64 0 0 0,-408-48 0 0 0,-36 72 3717 0 0,526 48-1195 0 0,-338 52-1 0 0,422-38-560 0 0,2 4 0 0 0,-182 68 1 0 0,230-72-1769 0 0,2 2 0 0 0,0 0 1 0 0,2 4-1 0 0,0 2 0 0 0,2 2 1 0 0,0 0-1 0 0,2 2 0 0 0,-32 36 1 0 0,50-46-194 0 0,-24 38 0 0 0,-2 20 0 0 0</inkml:trace>
  <inkml:trace contextRef="#ctx0" brushRef="#br0" timeOffset="92693.61">23966 12172 9830 0 0,'0'-4'0'0'0,"0"2"0"0"0,0-2 0 0 0,0 0 0 0 0,0 2 0 0 0,-2-2 0 0 0,2 2 0 0 0,-2-2 0 0 0,2 0 0 0 0,-2 2 0 0 0,0-2 0 0 0,2 2 0 0 0,0-2 0 0 0,-2 0 0 0 0,-4-2 0 0 0,2 0 0 0 0,0 2 0 0 0,-2-2 0 0 0,2 2 0 0 0,-2-2 0 0 0,0 2 0 0 0,-8-6 0 0 0,-6 0 0 0 0,0-2 0 0 0,0 2 0 0 0,-28-8 0 0 0,-10 2 487 0 0,0 0 0 0 0,-2 4 0 0 0,2 2-1 0 0,-70-4 1 0 0,16 10 1210 0 0,-152 14 0 0 0,56 12 1607 0 0,-2 8-1 0 0,-310 84 0 0 0,392-74-3195 0 0,2 2-1 0 0,2 8 1 0 0,2 4-1 0 0,4 8 1 0 0,-132 86 0 0 0,192-110-108 0 0,2 2 0 0 0,2 6 0 0 0,2-2 0 0 0,2 4 0 0 0,-60 76 0 0 0,90-100 0 0 0,4 4 0 0 0,-2 0 0 0 0,4 0 0 0 0,-2 0 0 0 0,-16 56 0 0 0,24-60 0 0 0,2 0 0 0 0,2 0 0 0 0,0 0 0 0 0,2 2 0 0 0,0-2 0 0 0,2 2 0 0 0,0-2 0 0 0,4 34 0 0 0,2-26 0 0 0,2-2 0 0 0,0 2 0 0 0,0 0 0 0 0,4-4 0 0 0,0 2 0 0 0,22 38 0 0 0,-12-30 0 0 0,2-2 0 0 0,2 0 0 0 0,2 0 0 0 0,36 34 0 0 0,-14-24 0 0 0,0-2 0 0 0,4 0 0 0 0,2-4 0 0 0,2-2 0 0 0,118 58 0 0 0,-68-50 0 0 0,2-6 0 0 0,2-2 0 0 0,0-6 0 0 0,204 28 0 0 0,-66-30 0 0 0,278-8 0 0 0,400-66-1442 0 0,-20-94-9224 0 0,-322-10 7590 0 0,-430 96 2476 0 0,250-116 0 0 0,-324 128 600 0 0,-2-6 0 0 0,86-64 0 0 0,-132 86 0 0 0,-2-2 0 0 0,-2-2 0 0 0,0-2 0 0 0,-2 0 0 0 0,0 0 0 0 0,-4-2 0 0 0,26-40 0 0 0,-40 54 0 0 0,-2 0 0 0 0,2 0 0 0 0,-4-2 0 0 0,0 2 0 0 0,0-2 0 0 0,0 0 0 0 0,-2 2 0 0 0,0-2 0 0 0,-2 0 0 0 0,-2 0 0 0 0,2 0 0 0 0,-2 0 0 0 0,-2 0 0 0 0,-4-32 0 0 0,-2 22 0 0 0,0 2 0 0 0,-2-4 0 0 0,0 4 0 0 0,-2 0 0 0 0,0 0 0 0 0,-2 0 0 0 0,-2 2 0 0 0,-32-44 0 0 0,10 24 0 0 0,-2 2 0 0 0,-2 0 0 0 0,-2 2 0 0 0,-52-36 0 0 0,6 12 0 0 0,-126-68 0 0 0,58 52 0 0 0,-2 6 0 0 0,-4 8 0 0 0,-236-64 0 0 0,140 64 0 0 0,-408-48 0 0 0,-36 72 3717 0 0,526 48-1195 0 0,-338 52-1 0 0,422-38-560 0 0,2 4 0 0 0,-182 68 1 0 0,230-72-1769 0 0,2 2 0 0 0,0 0 1 0 0,2 4-1 0 0,0 2 0 0 0,2 2 1 0 0,0 0-1 0 0,2 2 0 0 0,-32 36 1 0 0,50-46-194 0 0,-24 38 0 0 0,-2 20 0 0 0</inkml:trace>
  <inkml:trace contextRef="#ctx0" brushRef="#br0" timeOffset="125840.85">8445 7741 9830 0 0,'18'-10'367'0'0,"10"-6"33"0"0,36-28 0 0 0,-52 34-113 0 0,2 4-184 0 0,0-2 130 0 0,-10 6 41 0 0,-6 2-77 0 0,-12 2 46 0 0,-16 10 226 0 0,-336 190 4662 0 0,16 24-198 0 0,288-184-4129 0 0,-666 458 1783 0 0,-918 750-2631 0 0,1420-1068 44 0 0,-426 372 0 0 0,632-534 0 0 0,-86 86 0 0 0,90-90 0 0 0,0 4 0 0 0,2 0 0 0 0,0 0 0 0 0,-12 24 0 0 0,-2 10 0 0 0,-2-2 0 0 0,-2 0 0 0 0,-68 78 0 0 0,92-120 0 0 0,-2 4 0 0 0,2-6 0 0 0,0 2 0 0 0,0 2 0 0 0,0 0 0 0 0,-32 46 0 0 0,28-38 0 0 0,-2 0 0 0 0,-2 0 0 0 0,-24 24 0 0 0,26-32 0 0 0,14-10 0 0 0,0-2 0 0 0,0 0 0 0 0,0 2 0 0 0,0-2 0 0 0,-2 0 0 0 0,2 0 0 0 0,0 2 0 0 0,0-2 0 0 0,-2 0 0 0 0,2 0 0 0 0,0 0 0 0 0,-2 2 0 0 0,2-2 0 0 0,0 0 0 0 0,-2 0 0 0 0,2 0 0 0 0,0 0 0 0 0,0 0 0 0 0,0 0 0 0 0,0 0 0 0 0,-2 0 0 0 0,2 0 0 0 0,0 0 0 0 0,-2 0 0 0 0,2 0 0 0 0,0 0 0 0 0,-2 0 0 0 0,2 0 0 0 0,-2 0 0 0 0,2 0 0 0 0,0 0 0 0 0,0 0 0 0 0,0 0 0 0 0,0 0 0 0 0,-2 0 0 0 0,2-2 0 0 0,0 2 0 0 0,0 0 0 0 0,-2 0 0 0 0,2 0 0 0 0,0-2 0 0 0,-2 2 0 0 0,2 0 0 0 0,0-2 0 0 0,0 2 0 0 0,0 0 0 0 0,-2 0 0 0 0,2-2 0 0 0,0 2 0 0 0,0 0 0 0 0,0 0 0 0 0,0-2 0 0 0,0-4-43 0 0,-2 2 0 0 0,2 0 1 0 0,-2-2-1 0 0,2 2 0 0 0,0-2 1 0 0,0 2-1 0 0,0 0 0 0 0,0-2 1 0 0,2 2-1 0 0,-2-2 0 0 0,2 2 1 0 0,2-10-1 0 0,0 0-232 0 0,126-414-5613 0 0,-76 272 3825 0 0,-48 136 1739 0 0,14-34-557 0 0,-14 48 648 0 0,-6 8 181 0 0,4 10 101 0 0,-4-12-58 0 0,-2 14 180 0 0,0 2-1 0 0,0 0 1 0 0,-2-2-1 0 0,0 0 1 0 0,-6 18-1 0 0,-2-2 83 0 0,-86 246 2091 0 0,-26 90 818 0 0,122-350-2949 0 0,-2-2-1 0 0,0 28 1 0 0,4-26-156 0 0,8-8 86 0 0,-8-8-123 0 0,2 0 0 0 0,0 0 0 0 0,0 0 0 0 0,0 0 0 0 0,-2 0 0 0 0,2 0 0 0 0,0 0 0 0 0,-2 0 0 0 0,2 0 0 0 0,0 0 0 0 0,-2 0 0 0 0,2-2 0 0 0,0 2 0 0 0,0 0 0 0 0,0-2 0 0 0,-2 2 0 0 0,0-2 0 0 0,2 0 0 0 0,0 2 0 0 0,2-2 0 0 0,26-28 323 0 0,-22 20-262 0 0,66-68-2320 0 0,142-114-1 0 0,-188 172 1957 0 0,0 0-1 0 0,2 4 0 0 0,0-2 1 0 0,0 2-1 0 0,2 2 1 0 0,0 0-1 0 0,0 4 1 0 0,2 0-1 0 0,50-10 0 0 0,-60 18 475 0 0,6 2 81 0 0,-6 6-70 0 0,-22-6-192 0 0,-2 0-1 0 0,0 2 1 0 0,0-2-1 0 0,0 0 1 0 0,0 0 0 0 0,2 0-1 0 0,-2 0 1 0 0,0 0-1 0 0,2 0 1 0 0,-2 0-1 0 0,0 0 1 0 0,2 2-1 0 0,-2-2 1 0 0,0 0 0 0 0,0 0-1 0 0,2 2 1 0 0,-2-2-1 0 0,0 0 1 0 0,0 2-1 0 0,0-2 1 0 0,0 0-1 0 0,0 2 1 0 0,-4 12 183 0 0,4-12-189 0 0,0-2 1 0 0,-2 0-1 0 0,2 0 1 0 0,0 0 0 0 0,-2 0-1 0 0,2 2 1 0 0,0-2 0 0 0,0 0-1 0 0,0 2 1 0 0,-2-2 0 0 0,2 0-1 0 0,-2 0 1 0 0,2 0 0 0 0,-2 0-1 0 0,2 2 1 0 0,-2-2 0 0 0,2 0-1 0 0,0 0 1 0 0,-2 0-1 0 0,-4 0 21 0 0,4-2-1 0 0,-4 2 0 0 0,4-2 1 0 0,-2 2-1 0 0,0-2 0 0 0,0 2 1 0 0,0-2-1 0 0,0 0 0 0 0,2 0 1 0 0,-2 0-1 0 0,0 2 0 0 0,2-4 1 0 0,-2 2-1 0 0,2 0 0 0 0,-2-2 1 0 0,0 2-1 0 0,2 0 0 0 0,0-2 0 0 0,-2 0 1 0 0,4 2-1 0 0,-4-2 0 0 0,2 2 1 0 0,-2-8-1 0 0,-8-14-261 0 0,2 2 1 0 0,-14-42-1 0 0,18 42 5 0 0,0 6 121 0 0,-14-40-668 0 0,-40-84 0 0 0,50 122 614 0 0,0 2 0 0 0,2 0 0 0 0,-4 0 0 0 0,0 0 0 0 0,-2 2 0 0 0,2 0 1 0 0,-2 0-1 0 0,-2 2 0 0 0,-14-12 0 0 0,-10-6 42 0 0,30 22 336 0 0,10 6-206 0 0,0 2 1 0 0,0 0 0 0 0,0 0-1 0 0,0-2 1 0 0,0 2 0 0 0,0 0-1 0 0,0 0 1 0 0,0-2 0 0 0,0 2-1 0 0,0 0 1 0 0,0 0 0 0 0,0-2-1 0 0,0 2 1 0 0,0 0 0 0 0,0 0-1 0 0,0 0 1 0 0,0 0 0 0 0,0 0-1 0 0,0 0 1 0 0,0 0 0 0 0,2-2-1 0 0,-2 2 1 0 0,0 0 0 0 0,0 0-1 0 0,0 0 1 0 0,0 0 0 0 0,2-2-1 0 0,-2 2 1 0 0,0 0 0 0 0,0 0 0 0 0,2 0-1 0 0,-2 0 1 0 0,24-4 204 0 0</inkml:trace>
  <inkml:trace contextRef="#ctx0" brushRef="#br0" timeOffset="128118.1">10723 9317 9830 0 0,'12'-50'0'0'0,"36"-90"0"0"0,-16 54 0 0 0,212-542 0 0 0,-214 556 0 0 0,-30 72 0 0 0,0 0 0 0 0,0 0 0 0 0,0 0 1 0 0,0 0-1 0 0,0 0 0 0 0,0 0 0 0 0,0 0 0 0 0,0 0 0 0 0,0 0 0 0 0,0 0 0 0 0,0 0 1 0 0,0 0-1 0 0,0 0 0 0 0,0 0 0 0 0,0 0 0 0 0,0 0 0 0 0,0 0 0 0 0,2 0 0 0 0,-2 0 1 0 0,0 0-1 0 0,0 0 0 0 0,0 0 0 0 0,0 0 0 0 0,0 0 0 0 0,0 0 0 0 0,0 0 0 0 0,0 0 1 0 0,0 0-1 0 0,0 0 0 0 0,0 0 0 0 0,0 0 0 0 0,0 0 0 0 0,0 0 0 0 0,0 0 0 0 0,0 0 1 0 0,0 0-1 0 0,0 0 0 0 0,0 0 0 0 0,0 0 0 0 0,0 0 0 0 0,0 0 0 0 0,0 0 0 0 0,0 0 1 0 0,0 0-1 0 0,0 0 0 0 0,0 12 40 0 0,-4 18 278 0 0,-64 274 5728 0 0,-116 304 1 0 0,-150 282-1336 0 0,160-444-5495 0 0,110-274 784 0 0,-70 182 0 0 0,114-292 0 0 0,-2 12 0 0 0,-26 86 0 0 0,42-144 0 0 0,2-2 0 0 0,-2-4 0 0 0,2 4 0 0 0,0 0 0 0 0,0-2 0 0 0,0-2 0 0 0,0 4 0 0 0,-2 0 0 0 0,0-2 0 0 0,-2 4 0 0 0,2-2 0 0 0,0 2 0 0 0,-2 2 0 0 0,4-6 0 0 0,0-2 0 0 0,0 2 0 0 0,2 0 0 0 0,0 0 0 0 0,-2 22 0 0 0,-4 22 0 0 0,8-38 0 0 0,-4 0 0 0 0,0-2 0 0 0,4-4 0 0 0,-6 2 0 0 0,2-2 0 0 0,-2 0 0 0 0,2 0 0 0 0,0 0 0 0 0,0 2 0 0 0,0 0 0 0 0,-2-6 0 0 0,-4-14 0 0 0,2-6 0 0 0,0-6 0 0 0,-4-26-793 0 0,0-2 0 0 0,4 2-1 0 0,0-2 1 0 0,-2-62 0 0 0,4 40-136 0 0,-4-68-910 0 0,42 376 2829 0 0,26 12 559 0 0,-54-234-1502 0 0,0 0 83 0 0,2-2-4 0 0,-4 2-8 0 0,2-2-20 0 0,0-2-51 0 0,6-6 83 0 0,-8-8-115 0 0,0 0 0 0 0,0-2 0 0 0,-2 2 0 0 0,0 0-1 0 0,2-2 1 0 0,0 2 0 0 0,0-2 0 0 0,-2 2 0 0 0,2-2-1 0 0,-2 2 1 0 0,0 0 0 0 0,2-2 0 0 0,-2 0 0 0 0,2 2 0 0 0,0-4-1 0 0,16-24-20 0 0,-10 16-176 0 0,36-52-1111 0 0,2 0-1 0 0,88-92 1 0 0,-126 146 1361 0 0,6-4-192 0 0,-2 2 52 0 0,0 2-72 0 0,-2 0 72 0 0,-2-2-72 0 0,-2-2 82 0 0,-2 0-65 0 0,0 0-1 0 0,-6 2 77 0 0,-2 0-51 0 0,-2 0 41 0 0,0 2-84 0 0,-2-2 84 0 0,-2 0-67 0 0,-4 4-35 0 0,-4-2 18 0 0,-4 4 235 0 0,-6 2 86 0 0,-4 0 75 0 0,-40 4 212 0 0,48 0-297 0 0,-44 0 412 0 0,34-2-371 0 0,0 0 68 0 0,4-2-67 0 0,4 4 43 0 0,2-2-75 0 0,-2 0-25 0 0,4 6 10 0 0,6 4 6 0 0,2 0-106 0 0,4 0 65 0 0,-4 0 25 0 0</inkml:trace>
  <inkml:trace contextRef="#ctx0" brushRef="#br0" timeOffset="130240.1">14683 8557 9830 0 0,'-76'-54'0'0'0,"62"44"0"0"0,14 8 2 0 0,0 2 0 0 0,-2 0 0 0 0,2 0 0 0 0,0 0-1 0 0,0 0 1 0 0,0 0 0 0 0,0 0 0 0 0,0 0 0 0 0,0 0 0 0 0,0 0 0 0 0,0 0-1 0 0,0-2 1 0 0,0 2 0 0 0,0 0 0 0 0,0 0 0 0 0,0 0 0 0 0,0 0 0 0 0,0 0-1 0 0,0 0 1 0 0,0 0 0 0 0,0-2 0 0 0,0 2 0 0 0,0 0 0 0 0,0 0 0 0 0,0 0-1 0 0,-2 0 1 0 0,2 0 0 0 0,0-2 0 0 0,0 2 0 0 0,0 0 0 0 0,2 0 0 0 0,-2 0-1 0 0,0 0 1 0 0,0 0 0 0 0,0 0 0 0 0,0 0 0 0 0,0 0 0 0 0,0 0 0 0 0,0 0-1 0 0,0 0 1 0 0,0 0 0 0 0,0-2 0 0 0,0 2 0 0 0,0 0 0 0 0,0 0 0 0 0,0 0-1 0 0,0 0 1 0 0,0 0 0 0 0,6-2 73 0 0,-2 2-1 0 0,0 0 1 0 0,0-2 0 0 0,2 2-1 0 0,-2 2 1 0 0,0-2-1 0 0,2 0 1 0 0,-2 2 0 0 0,2-2-1 0 0,2 2 1 0 0,62 22 765 0 0,-44-16-466 0 0,60 24 1019 0 0,-2 4-1 0 0,2 4 0 0 0,-6 4 0 0 0,0 2 0 0 0,0 4 0 0 0,-6 4 1 0 0,0 4-1 0 0,-4 0 0 0 0,116 132 0 0 0,22 48-1344 0 0,-12 8 0 0 0,-10 10 0 0 0,-10 8 0 0 0,-14 6 0 0 0,-10 8 0 0 0,116 306 0 0 0,-244-522-48 0 0,-2-2 0 0 0,16 78 0 0 0,-34-112 0 0 0,0 0 0 0 0,0-2 0 0 0,-4 2 0 0 0,0 0 0 0 0,0 0 0 0 0,0 0 0 0 0,-4-2 0 0 0,-8 40 0 0 0,-4-8 0 0 0,12-40 0 0 0,0-6 0 0 0,-2 4 0 0 0,2-4 0 0 0,-2 2 0 0 0,-2 0 0 0 0,0-2 0 0 0,-2 0 0 0 0,-2-2 0 0 0,4-2 0 0 0,10-16 0 0 0,18-72-843 0 0,-12 46 192 0 0,2 0-1 0 0,2-46 0 0 0,-10 68 432 0 0,-2-2 0 0 0,0 4-1 0 0,-2-2 1 0 0,0 0 0 0 0,0 0 0 0 0,0 2-1 0 0,-2-2 1 0 0,0 0 0 0 0,-8-14-1 0 0,8 20 71 0 0,-6-18-453 0 0,-2 0 0 0 0,-26-40 1 0 0,56 130 782 0 0,4-8 325 0 0,2 0 1 0 0,36 58 0 0 0,-44-92-326 0 0,-2 2-1 0 0,2-2 1 0 0,2 0-1 0 0,0-2 1 0 0,0 0-1 0 0,2 0 1 0 0,24 14-1 0 0,92 60 935 0 0,-126-88-993 0 0,-12-14 0 0 0,-2-4-1 0 0,-8 2-59 0 0,0-2-191 0 0,0 2 125 0 0,0 0 46 0 0,2-2 0 0 0</inkml:trace>
  <inkml:trace contextRef="#ctx0" brushRef="#br0" timeOffset="131082.22">17231 11955 9830 0 0,'-20'0'228'0'0,"8"-6"-118"0"0,4-4 147 0 0,6-8-196 0 0,4-2-29 0 0,4 0 1 0 0,-2 0 0 0 0,2 0 0 0 0,10-24 0 0 0,0 4-52 0 0,0-14-23 0 0,82-266-207 0 0,-96 302 234 0 0,-2 2 2 0 0,0 16 13 0 0,0 0 0 0 0,0-2 0 0 0,0 2 0 0 0,0 0-1 0 0,-2 0 1 0 0,2-2 0 0 0,0 2 0 0 0,0 0 0 0 0,0 0-1 0 0,0 0 1 0 0,-2-2 0 0 0,2 2 0 0 0,0 0 0 0 0,0 0-1 0 0,0 0 1 0 0,0 0 0 0 0,0-2 0 0 0,0 2 0 0 0,0 0-1 0 0,-2 0 1 0 0,2 0 0 0 0,0 0 0 0 0,0 0 0 0 0,-2 0-1 0 0,2 0 1 0 0,0 0 0 0 0,0 0 0 0 0,-2 0 0 0 0,2 0-1 0 0,-2 0 1 0 0,2 0 28 0 0,-4 2 0 0 0,0 0 0 0 0,4 0 0 0 0,-4 0 0 0 0,2-2-1 0 0,0 2 1 0 0,0 0 0 0 0,-2 0 0 0 0,2 0 0 0 0,2-2 0 0 0,-4 4 0 0 0,2-2-1 0 0,0 0 1 0 0,-2 4 0 0 0,-24 42 724 0 0,26-44-676 0 0,-26 54 1269 0 0,2 0 0 0 0,-30 114 0 0 0,0-2 937 0 0,54-160-2144 0 0,-18 40 908 0 0,4 0 0 0 0,-12 74 0 0 0,24-108-940 0 0,2-8 116 0 0,10-16 43 0 0,-8 2-274 0 0,2 2-1 0 0,0-2 0 0 0,-2 0 1 0 0,2 2-1 0 0,-2 0 1 0 0,2-4-1 0 0,-2 4 1 0 0,0 0-1 0 0,0-4 0 0 0,0 4 1 0 0,-2 0-1 0 0,2-4 1 0 0,-2 4-1 0 0,0 0 1 0 0,0-2-1 0 0,-2-8 0 0 0,-2 2-161 0 0,0-2-1 0 0,-2 2 0 0 0,0-2 0 0 0,0 4 1 0 0,-2-2-1 0 0,2 2 0 0 0,-4-2 1 0 0,2 2-1 0 0,0 0 0 0 0,-20-14 0 0 0,6 8-200 0 0,2 4 0 0 0,0-2-1 0 0,-2 2 1 0 0,-48-18 0 0 0,52 24 439 0 0,8 0 32 0 0,0 4-1 0 0,4-2 1 0 0,-4 2-1 0 0,0 2 1 0 0,2-2-1 0 0,-2 0 1 0 0,-18 2-1 0 0,-6 2 137 0 0,26-2-152 0 0,0 2 0 0 0,0-2 0 0 0,0 2 0 0 0,2 2 0 0 0,-4-2 0 0 0,4 0 0 0 0,-2 4 0 0 0,0-4 0 0 0,2 4 0 0 0,0-2 0 0 0,-2 0-1 0 0,2 4 1 0 0,0-2 0 0 0,0-2 0 0 0,0 4 0 0 0,-8 8 0 0 0,2-2 58 0 0,6 0 10 0 0,6-4 38 0 0,16-14 11 0 0</inkml:trace>
  <inkml:trace contextRef="#ctx0" brushRef="#br0" timeOffset="134336.47">16967 7299 9830 0 0,'16'2'91'0'0,"8"-2"319"0"0,-4-4-137 0 0,-2-2-163 0 0,4-2 238 0 0,-2 2 24 0 0,2 2 1 0 0,-2 0-1 0 0,2 2 0 0 0,-2-2 1 0 0,38 4-1 0 0,-16 0 162 0 0,464 6 6206 0 0,-350 4-3918 0 0,190 40 0 0 0,-228-22-2822 0 0,-2 4 0 0 0,0 6 0 0 0,118 58 0 0 0,-38-4 0 0 0,276 180 0 0 0,234 230 0 0 0,-484-326 0 0 0,60 52 0 0 0,-32-32 0 0 0,-24-22 0 0 0,164 180 0 0 0,-338-298 0 0 0,-4 0 0 0 0,44 72 0 0 0,-42-58 0 0 0,66 70 0 0 0,-90-108 0 0 0,0 0 0 0 0,-2 4 0 0 0,0-2 0 0 0,-2 2 0 0 0,18 48 0 0 0,-20-44 0 0 0,44 56 0 0 0,-40-64 0 0 0,-4 2 0 0 0,24 44 0 0 0,-26-42 0 0 0,2 0 0 0 0,2-2 0 0 0,40 50 0 0 0,-50-68 0 0 0,0 2 0 0 0,-2 0 0 0 0,14 28 0 0 0,-20-42 0 0 0,12 28 0 0 0,4-4 0 0 0,38 44 0 0 0,-44-56 0 0 0,-6 0 0 0 0,4 0 0 0 0,-2 0 0 0 0,0-2 0 0 0,-2-2 0 0 0,4 2 0 0 0,-4-4 0 0 0,0 2 0 0 0,2-2 0 0 0,0 0 0 0 0,0 2 0 0 0,-2-2 0 0 0,2-2 0 0 0,0 0 0 0 0,0 6 0 0 0,0-2 0 0 0,0 2 0 0 0,2 0 0 0 0,-4-2 0 0 0,0 2 0 0 0,0-4 0 0 0,-2 2 0 0 0,-2-2 0 0 0,2 2 0 0 0,2 0 0 0 0,0 0 0 0 0,0 2 0 0 0,0 0 0 0 0,0-2 0 0 0,0 2 0 0 0,0 0 0 0 0,-2-2 0 0 0,-2-2 0 0 0,0-22 0 0 0,-6-2 0 0 0,0 2-46 0 0,0-4-200 0 0,-2 0-103 0 0,0-2 57 0 0,2-4 19 0 0,0 4 0 0 0,2-4 0 0 0,0-2 0 0 0,2 4 0 0 0,0 0 0 0 0,-2-2 0 0 0,0 2 0 0 0,0 2 45 0 0,0 2 137 0 0,2 0-136 0 0,0-2-46 0 0,-2 2 45 0 0,0 2 118 0 0,2 2-193 0 0,-2-4 57 0 0,0 6 200 0 0,0 20 1 0 0,0 10-123 0 0,2 22 408 0 0,6 46-1 0 0,-2 2 165 0 0,-6-72-340 0 0,0-10-16 0 0,0 0 1 0 0,0 0-1 0 0,0 2 1 0 0,2-2-1 0 0,-2 0 0 0 0,2 0 1 0 0,0 0-1 0 0,4 12 1 0 0,2-2-15 0 0,2-4 61 0 0,2-2-3 0 0,4-14-6 0 0,-16 2-84 0 0,0 0 0 0 0,0 0 0 0 0,0 0 0 0 0,0-2 0 0 0,0 2 0 0 0,0 0 0 0 0,0 0 0 0 0,0 0 0 0 0,0 0 1 0 0,0 0-1 0 0,0 0 0 0 0,0 0 0 0 0,0 0 0 0 0,0 0 0 0 0,0-2 0 0 0,0 2 0 0 0,0 0 0 0 0,0 0 0 0 0,0 0 1 0 0,0-2-1 0 0,0 2 0 0 0,0 0 0 0 0,0 0 0 0 0,0 0 0 0 0,0-2 0 0 0,0 2 0 0 0,0 0 0 0 0,0 0 0 0 0,0 0 1 0 0,0 0-1 0 0,0-2 0 0 0,0 2 0 0 0,0 0 0 0 0,-12-10 32 0 0,-2 0 62 0 0,-2 4-5 0 0,-4 0-5 0 0,-6 6 0 0 0,0 0 13 0 0,-48 8 197 0 0,22-4 120 0 0,-82 22-1 0 0,108-20-291 0 0,4-2-32 0 0,4 2-7 0 0,2 0 1 0 0,4 2 0 0 0</inkml:trace>
  <inkml:trace contextRef="#ctx0" brushRef="#br0" timeOffset="137029.84">8551 7713 9830 0 0,'-10'8'46'0'0,"-2"-4"200"0"0,-4 2 102 0 0,-2-4-101 0 0,8-6-156 0 0,8-8 136 0 0,10 0 46 0 0,4-2 16 0 0,2 0-1 0 0,-2 4 1 0 0,2-2-1 0 0,2 2 1 0 0,-2 0-1 0 0,2 0 1 0 0,24-12-1 0 0,128-42 1956 0 0,-110 42-1439 0 0,88-22 898 0 0,-36 16-163 0 0,-84 20-1279 0 0,-4 0 51 0 0,-8 8-51 0 0,-24 4 0 0 0,-8 0 51 0 0,-4 0-51 0 0,0 0-16 0 0,-4 0-1 0 0</inkml:trace>
  <inkml:trace contextRef="#ctx0" brushRef="#br0" timeOffset="106106.69">12451 4941 9830 0 0,'-12'-8'46'0'0,"0"2"181"0"0,-6 0 46 0 0,10 2-140 0 0,0 2 0 0 0,0-4 1 0 0,0 4-1 0 0,0-4 0 0 0,2 2 0 0 0,-2 0 0 0 0,2-4 0 0 0,0 4 0 0 0,-2-2 0 0 0,2 0 0 0 0,0-2 1 0 0,0 2-1 0 0,0 0 0 0 0,-2-10 0 0 0,-8-4-176 0 0,-66-86 256 0 0,70 92-257 0 0,2 4 22 0 0,2-2-29 0 0,0 2 1 0 0,2 2 66 0 0,14 18 233 0 0,4 4-2 0 0,70 102 1665 0 0,-10-20-432 0 0,0-12-213 0 0,-62-70-1048 0 0,2-4-110 0 0,-4 0 109 0 0,0 0-125 0 0,-2 0 100 0 0,0 0 38 0 0,0 0-38 0 0,0 4-100 0 0,2 2 164 0 0,-4 2-10 0 0,0-2-15 0 0,0 0-39 0 0,-2-2-116 0 0,2-6 131 0 0,-2-20 88 0 0,0-2-87 0 0,2-4-201 0 0,4-54-910 0 0,6-2 0 0 0,2 2-1 0 0,28-78 1 0 0,-34 122 643 0 0,2 0-1 0 0,0 0 0 0 0,2 4 1 0 0,16-30-1 0 0,-18 38 149 0 0,-2 2 4 0 0,0 2 7 0 0,-2 4 47 0 0,2-4 188 0 0,-2 0 0 0 0,0 2-140 0 0,-2-2 91 0 0,-2 2-122 0 0,0 2 19 0 0,-8 16 47 0 0,-2 6 129 0 0,-30 56 625 0 0,-12 24 700 0 0,6 2 1 0 0,-54 166-1 0 0,92-248-1425 0 0,0-4 100 0 0,-4 4 36 0 0,6-2-124 0 0,-4 2 46 0 0,2-6-46 0 0,-10 0 137 0 0,-2-14 0 0 0,8-4-138 0 0,2-2 13 0 0,2 0-248 0 0,0 0 0 0 0,4 0 0 0 0,-6-20-1 0 0,-2-8-286 0 0,-26-54-498 0 0,26 78 727 0 0,4 2 14 0 0,0 2 0 0 0,0-4 0 0 0,0 2 34 0 0,2 6 160 0 0,4 20 93 0 0,-2 2-39 0 0,4 0 39 0 0,0 0-31 0 0,2 4 83 0 0,-2 0-5 0 0,2 2-7 0 0,0 4 7 0 0,0-4 24 0 0,-2 0-24 0 0,2-2-8 0 0,-4 0 9 0 0,4-2 4 0 0,-2 0-83 0 0,-6-8 58 0 0,-6-16 25 0 0,-8-20-401 0 0,0 0-1 0 0,-12-36 0 0 0,16 36-220 0 0,-4-2-1 0 0,-22-38 0 0 0,-6-6-364 0 0,38 62 782 0 0,-2 0-80 0 0,6 6 24 0 0,4 16 224 0 0,6 14 183 0 0,0 0 0 0 0,2-2 1 0 0,2 0-1 0 0,24 38 0 0 0,80 90 1234 0 0,-106-140-1351 0 0,0 4 6 0 0,-4-4-105 0 0,2-8 63 0 0,-8-16 26 0 0,-2 2-265 0 0,-2-2 0 0 0,2 4 0 0 0,-4-4 0 0 0,2 2 0 0 0,-2 0 0 0 0,0 0 0 0 0,-6-12 0 0 0,-4-2-272 0 0,-84-138-1558 0 0,90 148 1757 0 0,2 2 0 0 0,2 4 57 0 0,0-4 180 0 0,4 4-71 0 0,12 18 144 0 0,-2 4 24 0 0,-2 0-1 0 0,2 0 1 0 0,-2 0 0 0 0,10 26-1 0 0,0-2 194 0 0,80 162 1403 0 0,-88-182-1581 0 0,-2-4-10 0 0,0 0-25 0 0,2 0-64 0 0,-4-4 116 0 0,-10-14 0 0 0,-2-6-117 0 0,2-2 65 0 0,-18-56-542 0 0,14 42 34 0 0,0 2 0 0 0,0-2 0 0 0,-26-38 0 0 0,30 52 186 0 0,2-2 44 0 0,-2-2 91 0 0,4 0-104 0 0,2 2-82 0 0,2 4 1 0 0,0 12 242 0 0,-2-2 0 0 0,0 2 0 0 0,2 0 0 0 0,-2 0 1 0 0,0 0-1 0 0,2 2 0 0 0,-2-2 0 0 0,0 0 1 0 0,0 0-1 0 0,0 0 0 0 0,0 0 0 0 0,0 0 0 0 0,2 0 1 0 0,-2 0-1 0 0,0 0 0 0 0,0 2 0 0 0,2-2 1 0 0,-2 0-1 0 0,0 0 0 0 0,0 0 0 0 0,0 0 0 0 0,2 2 1 0 0,-2-2-1 0 0,0 0 0 0 0,0 0 0 0 0,0 0 0 0 0,2 0 1 0 0,2 10 78 0 0,0-2 1 0 0,2 2-1 0 0,-2 0 1 0 0,2 0 0 0 0,0 10-1 0 0,10 18 214 0 0,54 98 992 0 0,-62-120-1134 0 0,-4-2-9 0 0,0 0 0 0 0,-2 0 0 0 0,-8-2 0 0 0</inkml:trace>
  <inkml:trace contextRef="#ctx0" brushRef="#br0" timeOffset="108682.4">10191 11639 9830 0 0,'-14'10'273'0'0,"4"2"0"0"0,0 0 0 0 0,0 0 0 0 0,2 0-45 0 0,0 0-118 0 0,-2 0 193 0 0,2-6-11 0 0,4-16-19 0 0,6-8-53 0 0,4-4-210 0 0,-2 0-53 0 0,2 6 0 0 0,-4 6 7 0 0,-4 20 84 0 0,-16 38 654 0 0,-14 30 419 0 0,18-46-600 0 0,0 0 0 0 0,2 0 1 0 0,-8 38-1 0 0,34-158-277 0 0,-10 66-381 0 0,16-50-415 0 0,-16 56 513 0 0,-6 2-39 0 0,2 14 76 0 0,0 0 0 0 0,-2-2 0 0 0,2 2 0 0 0,0 0 0 0 0,0 0 0 0 0,0 0 0 0 0,0 0 0 0 0,0 2 0 0 0,-2-2 1 0 0,2 0-1 0 0,0 0 0 0 0,0 0 0 0 0,-2 0 0 0 0,2 0 0 0 0,0 0 0 0 0,0 0 0 0 0,-2 0 0 0 0,2 2 0 0 0,0-2 1 0 0,0 0-1 0 0,-2 0 0 0 0,2 0 0 0 0,0 2 0 0 0,0-2 0 0 0,-4 6 40 0 0,0-2 0 0 0,-2 2-1 0 0,4 0 1 0 0,-2 0 0 0 0,0 0 0 0 0,2 2 0 0 0,-6 8-1 0 0,-6 16 314 0 0,6-16-171 0 0,48-136-20 0 0,-36 104-261 0 0,-4 0 0 0 0,-10 12 60 0 0,0 12-12 0 0,-14 28 347 0 0,0 18 306 0 0,16-44-545 0 0,8-10-48 0 0,0 0 0 0 0,0 0 0 0 0,0 0 0 0 0,0 0 0 0 0,-2-2 0 0 0,2 2 0 0 0,0 0 0 0 0,0 0-1 0 0,0-2 1 0 0,-2 2 0 0 0,2 0 0 0 0,0 0 0 0 0,0-2 0 0 0,0 2 0 0 0,0 0 0 0 0,0-2 0 0 0,-2 2 0 0 0,2 0 0 0 0,0 0 0 0 0,0 0 0 0 0,0 0 0 0 0,0-2 0 0 0,0 2-1 0 0,0-8 65 0 0,0 0-1 0 0,0 2 1 0 0,2-2-1 0 0,0 0 0 0 0,-2 0 1 0 0,2 0-1 0 0,2-4 0 0 0,4-20-268 0 0,-4 14 61 0 0,-2 2 0 0 0,4 6 24 0 0,2 20 114 0 0,-6-4 38 0 0,2-4-1 0 0,-2 2 0 0 0,-2-2 1 0 0,2 4-1 0 0,0-4 0 0 0,0 2 0 0 0,0 0 1 0 0,-2 0-1 0 0,0 8 0 0 0,2-2 66 0 0,0 0 0 0 0,2 0 0 0 0,-4 0 0 0 0,10 14 0 0 0,-4-8-24 0 0,-6-16-75 0 0,0 0 1 0 0,0 0-1 0 0,0 0 0 0 0,0 2 1 0 0,0-2-1 0 0,0 0 0 0 0,0 0 1 0 0,0 0-1 0 0,0 2 0 0 0,0-2 1 0 0,2 0-1 0 0,-2 0 0 0 0,0 0 1 0 0,0 2-1 0 0,0-2 0 0 0,2 0 1 0 0,-2 0-1 0 0,0 0 0 0 0,0 0 1 0 0,2 0-1 0 0,-2 0 0 0 0,0 2 1 0 0,0-2-1 0 0,2 0 0 0 0,10-10 194 0 0,-8 6-179 0 0,-2 2-1 0 0,0-2 1 0 0,2 0-1 0 0,-4 2 1 0 0,4-2 0 0 0,-2 2-1 0 0,2-10 1 0 0,24-48-494 0 0,-22 46 281 0 0,0 2 56 0 0,0-2 87 0 0,-4 6-76 0 0,-6 18 0 0 0,-8 2 134 0 0,-4-4 150 0 0,2-2-7 0 0,-2-2-9 0 0,-2 0-1 0 0,0 0 25 0 0,-6-2 46 0 0,4 2-141 0 0,2-2 47 0 0,0 2 24 0 0,-4-2-1 0 0,2-2 1 0 0,20 0-136 0 0,0 0 0 0 0,0-2-1 0 0,-2 2 1 0 0,2 0 0 0 0,0 0 0 0 0,-2 0 0 0 0,2 0-1 0 0,0 0 1 0 0,0-2 0 0 0,-2 2 0 0 0,2 0 0 0 0,0 0 0 0 0,0-2-1 0 0,0 2 1 0 0,0 0 0 0 0,0 0 0 0 0,0 0 0 0 0,0 0 0 0 0,0 0-1 0 0,0 0 1 0 0,0-2 0 0 0,-2 2 0 0 0,2 0 0 0 0,0-2-1 0 0,0 2 1 0 0,6-12 152 0 0,4 2-92 0 0,6 0 91 0 0,4-2-69 0 0,2 4-206 0 0,2 0 167 0 0,0 0 66 0 0,-2 0 22 0 0,2-2-15 0 0,0 0 33 0 0,-4 0 31 0 0,0 4-61 0 0,-4-2-17 0 0,0 4-1 0 0,-8 0 18 0 0,-26 2 54 0 0,-8 0-46 0 0,6-2 3 0 0,-4 0-21 0 0,0 2-7 0 0,0 2-1 0 0,2-2 0 0 0,-2 4 0 0 0,0-2 1 0 0,8 2-19 0 0,30 2-31 0 0,10-2 120 0 0,2 0-49 0 0,2 0-21 0 0,-4-2 17 0 0,4 2 54 0 0,-2-2-54 0 0,-2 0-18 0 0,-2 2 1 0 0,-8 4-1 0 0,-18 6 0 0 0,-6-4 0 0 0,0 0 1 0 0,-8 0-1 0 0</inkml:trace>
  <inkml:trace contextRef="#ctx0" brushRef="#br0" timeOffset="110875.93">4215 10685 9830 0 0,'12'-8'273'0'0,"-6"-4"-45"0"0,2 0-185 0 0,0 2-52 0 0,-2-2 6 0 0,-10 2-5 0 0,-6 2-1 0 0,-2 0 46 0 0,-2 2 138 0 0,4 4-131 0 0,16 8 18 0 0,8 0 188 0 0,-8-2-126 0 0,2-2 1 0 0,-2 4 0 0 0,-2-4 0 0 0,2 4 0 0 0,0-2 0 0 0,0 0 0 0 0,-2 4 0 0 0,10 8 0 0 0,2 0 246 0 0,12 16 600 0 0,-2-2-1 0 0,36 52 1 0 0,-36-48-490 0 0,-14-26-242 0 0,-12-8-226 0 0,0 0 0 0 0,0 0 0 0 0,0 0 0 0 0,2 0 0 0 0,-2 0 0 0 0,0-2 0 0 0,2 2 0 0 0,-2 0 0 0 0,0 0 0 0 0,2 0 0 0 0,-2 0 0 0 0,0 0 0 0 0,0 0 0 0 0,2 0 0 0 0,-2-2 0 0 0,0 2 0 0 0,0 0 0 0 0,0-2 0 0 0,0 2 0 0 0,0 0 0 0 0,0 0 0 0 0,0-2 0 0 0,0 2 0 0 0,2 0 0 0 0,-2-2 0 0 0,0-2-10 0 0,2 0 0 0 0,-2-2 0 0 0,0 4 1 0 0,0-4-1 0 0,0 2 0 0 0,-2-2 1 0 0,2 2-1 0 0,-2 0 0 0 0,2 0 0 0 0,0 0 1 0 0,-2-2-1 0 0,-2-4 0 0 0,0 2-95 0 0,0 0-1 0 0,0-2 0 0 0,-2 0 1 0 0,-8-10-1 0 0,8 12 92 0 0,0 0 0 0 0,0 0 0 0 0,-2 2 0 0 0,2 2 0 0 0,-2-2 1 0 0,2 0-1 0 0,-2 0 0 0 0,0 2 0 0 0,0 0 0 0 0,-18-8 0 0 0,4 2-67 0 0,2 0 188 0 0,4 4 65 0 0,0 0 36 0 0,0 4-36 0 0,14 4-161 0 0,0-2-1 0 0,0 2 0 0 0,0-2 0 0 0,2 2 1 0 0,-2 0-1 0 0,0 0 0 0 0,0-2 0 0 0,0 2 0 0 0,2 2 1 0 0,0-2-1 0 0,-2-2 0 0 0,2 2 0 0 0,-2 0 0 0 0,2 2 1 0 0,-2-2-1 0 0,-10 42 283 0 0,8-32-184 0 0,-8 32 421 0 0,0 0 0 0 0,4 0 0 0 0,0 2 0 0 0,0 88 0 0 0,8-112-370 0 0,2-6 12 0 0,-2-16-177 0 0,0 0 0 0 0,0 2 0 0 0,0-2 0 0 0,2 0 0 0 0,-2 0 0 0 0,0 2 0 0 0,0-2 0 0 0,0 0 0 0 0,0 0 0 0 0,0 2 0 0 0,0-2 1 0 0,0 0-1 0 0,0 0 0 0 0,2 0 0 0 0,-2 2 0 0 0,0-2 0 0 0,0 0 0 0 0,0 0 0 0 0,0 0 0 0 0,0 0 0 0 0,0 0 0 0 0,0 0 0 0 0,0 0 0 0 0,2 0 0 0 0,-2 0 0 0 0,0 0 0 0 0,0 0 0 0 0,2 0 0 0 0,0 0 5 0 0,0 0 1 0 0,0 0-1 0 0,0 0 1 0 0,0 0-1 0 0,0-2 1 0 0,0 2-1 0 0,0-2 0 0 0,0 2 1 0 0,0-2-1 0 0,-2 0 1 0 0,2 2-1 0 0,0 0 0 0 0,0-2 1 0 0,0 0-1 0 0,-2 0 1 0 0,2 0-1 0 0,0 2 0 0 0,0-2 1 0 0,0-2-1 0 0,28-42-417 0 0,-20 30 225 0 0,22-38-777 0 0,36-76 0 0 0,-68 130 952 0 0,0 0 0 0 0,-2 0 0 0 0,2 0 1 0 0,0 0-1 0 0,0 0 0 0 0,0 0 0 0 0,0 0 1 0 0,0 0-1 0 0,0 0 0 0 0,0 0 1 0 0,-2 0-1 0 0,2 0 0 0 0,0 0 0 0 0,0 0 1 0 0,0 0-1 0 0,0 0 0 0 0,0 0 0 0 0,0 0 1 0 0,0 0-1 0 0,0 0 0 0 0,0 0 0 0 0,0 0 1 0 0,0 0-1 0 0,0 0 0 0 0,0 0 0 0 0,0 0 1 0 0,0 0-1 0 0,0-2 0 0 0,-2 2 1 0 0,2 0-1 0 0,0 0 0 0 0,0 0 0 0 0,0 0 1 0 0,0 0-1 0 0,0 0 0 0 0,0 0 0 0 0,0 0 1 0 0,0 0-1 0 0,0-2 0 0 0,0 2 0 0 0,0 0 1 0 0,0 0-1 0 0,0 0 0 0 0,0 0 1 0 0,0 0-1 0 0,0 0 0 0 0,0 0 0 0 0,0 0 1 0 0,0 0-1 0 0,0 0 0 0 0,0 0 0 0 0,0 0 1 0 0,0 0-1 0 0,0 0 0 0 0,0 0 0 0 0,0-2 1 0 0,0 2-1 0 0,0 0 0 0 0,0 0 0 0 0,0 0 1 0 0,0 0-1 0 0,0 0 0 0 0,0 0 1 0 0,0 0-1 0 0,0 0 0 0 0,0-2 0 0 0,0 2 1 0 0,2 0-1 0 0,-14 4-29 0 0,6 2 88 0 0,0 0 0 0 0,-2-2 0 0 0,4 4 0 0 0,-2-2 1 0 0,0 0-1 0 0,2 0 0 0 0,0 2 0 0 0,-2-2 0 0 0,-2 10 0 0 0,-4 8 158 0 0,-18 22 117 0 0,6-16-39 0 0,4 0 1 0 0,2 4-1 0 0,0-2 1 0 0,2 2-1 0 0,-16 46 1 0 0,32-70-133 0 0,0-8-152 0 0,0-2 1 0 0,0 0 0 0 0,0 0-1 0 0,0 2 1 0 0,0-2-1 0 0,0 0 1 0 0,0 2-1 0 0,0-2 1 0 0,0 0-1 0 0,0 0 1 0 0,0 2 0 0 0,0-2-1 0 0,0 0 1 0 0,2 0-1 0 0,-2 0 1 0 0,0 0-1 0 0,0 0 1 0 0,0 0-1 0 0,2 0 1 0 0,-2 0 0 0 0,0 2-1 0 0,0-2 1 0 0,2 0-1 0 0,12-6 147 0 0,6-12-351 0 0,0 0 1 0 0,0 0-1 0 0,26-36 1 0 0,36-36-1046 0 0,-74 84 941 0 0,-8 12 219 0 0,-6 10 169 0 0,-44 38 312 0 0,26-26 3 0 0,-32 38 0 0 0,68-72-198 0 0,12-12 19 0 0,116-112-1732 0 0,-126 118 1484 0 0,-14 12 28 0 0,0 0-1 0 0,2 0 1 0 0,-2 0-1 0 0,0 0 1 0 0,0 0-1 0 0,0 2 1 0 0,0-2-1 0 0,0 0 1 0 0,0 0-1 0 0,0 0 1 0 0,0 0-1 0 0,0 0 0 0 0,0 0 1 0 0,0 0-1 0 0,0 0 1 0 0,2 0-1 0 0,-2 2 1 0 0,0-2-1 0 0,0 0 1 0 0,0 0-1 0 0,0 0 1 0 0,0 0-1 0 0,0 0 1 0 0,0 0-1 0 0,0 0 1 0 0,0 0-1 0 0,0 0 1 0 0,0 0-1 0 0,0 0 1 0 0,2 2-1 0 0,-2-2 1 0 0,0 0-1 0 0,0 0 1 0 0,0 0-1 0 0,0 0 1 0 0,0 2-1 0 0,-2-2 1 0 0,2 0-1 0 0,0 0 1 0 0,0 0-1 0 0,0 2 1 0 0,-2 6 56 0 0,0 0 0 0 0,-2 0 1 0 0,2 2-1 0 0,-2-4 1 0 0,0 2-1 0 0,-2 0 0 0 0,2 0 1 0 0,-2-2-1 0 0,-6 8 1 0 0,-10 20 265 0 0,14-22-271 0 0,0 4 75 0 0,2-10 2 0 0,14-14 17 0 0,0-4-46 0 0,0 4-62 0 0,0 0 0 0 0,0 0 1 0 0,2 0-1 0 0,-2 0 0 0 0,22-10 1 0 0,-14 8 58 0 0,0 2-3 0 0,2 8-21 0 0,-18 0-74 0 0,0 0 0 0 0,2 0 0 0 0,-2 0 0 0 0,0 2 0 0 0,0-2 0 0 0,0 0 0 0 0,0 0 0 0 0,0 0 0 0 0,0 0 0 0 0,2 0 0 0 0,-2 0 1 0 0,0 0-1 0 0,0 0 0 0 0,0 0 0 0 0,0 0 0 0 0,0 0 0 0 0,0 2 0 0 0,0-2 0 0 0,0 0 0 0 0,0 0 0 0 0,0 0 0 0 0,0 2 0 0 0,0-2 0 0 0,0 0 0 0 0,0 0 0 0 0,0 0 0 0 0,0 2 0 0 0,0-2 0 0 0,0 0 0 0 0,0 0 0 0 0,0 0 0 0 0,0 0 0 0 0,0 2 0 0 0,0-2 0 0 0,-10 4 99 0 0,8-4-96 0 0,2 0-1 0 0,0 0 1 0 0,0 0 0 0 0,-2 0-1 0 0,2 0 1 0 0,0 0 0 0 0,0-2-1 0 0,0 2 1 0 0,0 0 0 0 0,0 0-1 0 0,0 0 1 0 0,-2 0 0 0 0,2-2 0 0 0,0 2-1 0 0,0 0 1 0 0,0 0 0 0 0,-2 0-1 0 0,2 0 1 0 0,0 0 0 0 0,0 0-1 0 0,0-2 1 0 0,0 2 0 0 0,0 0-1 0 0,-2 0 1 0 0,2-2 0 0 0,2-16 38 0 0,4 2-192 0 0,0-2-48 0 0,4 2-14 0 0,-2 0-8 0 0,-2 10 174 0 0,-6 20 46 0 0</inkml:trace>
  <inkml:trace contextRef="#ctx0" brushRef="#br0" timeOffset="114004.9">17089 12123 9830 0 0,'-10'-12'273'0'0,"4"-2"-47"0"0,4 2-142 0 0,-6-8 31 0 0,8 8-121 0 0,-4-4 0 0 0,0 4 0 0 0,0 0 0 0 0,-2-2 0 0 0,0 4 0 0 0,0-4 0 0 0,-10-12 0 0 0,14 20 34 0 0,-2 4-1 0 0,0-4 1 0 0,-2 4-1 0 0,4-2 1 0 0,-4 0 0 0 0,2 2-1 0 0,-2-2 1 0 0,-6-2-1 0 0,0 2 211 0 0,2 0 0 0 0,-2 0 0 0 0,2 0 0 0 0,-22 0 0 0 0,10 0 137 0 0,2 0-1 0 0,-28-8 1 0 0,-70-36 1286 0 0,100 42-1484 0 0,0-2 158 0 0,4 2-55 0 0,6 0-19 0 0,22 4 45 0 0,30 2 278 0 0,-36 0-519 0 0,2 4 28 0 0,4 0 138 0 0,2-2 0 0 0,-2 4 1 0 0,0-2-1 0 0,-2 0 0 0 0,4 4 0 0 0,12 6 0 0 0,74 54 1422 0 0,-6-4-156 0 0,-74-50-1166 0 0,-10-6-98 0 0,0-2 1 0 0,0 0-1 0 0,16 6 0 0 0,-6-4 101 0 0,2-8-35 0 0,-12-6-9 0 0,-6-8-185 0 0,-8 10-116 0 0,2 2-1 0 0,0-2 1 0 0,-2 2 0 0 0,0-2-1 0 0,2 0 1 0 0,-2 4-1 0 0,2-4 1 0 0,-2 0-1 0 0,0 4 1 0 0,0-4-1 0 0,0 0 1 0 0,2 4-1 0 0,-8-8 1 0 0,-32-30-624 0 0,26 28 403 0 0,-140-120-2170 0 0,86 76 1007 0 0,2-2-1 0 0,-66-74 1 0 0,124 118 1171 0 0,-2-4 128 0 0,10 16 89 0 0,0 0 0 0 0,0 0 0 0 0,0-2 0 0 0,0 2 0 0 0,0 0 0 0 0,0 0 0 0 0,0 0 0 0 0,0 0 0 0 0,-2 0 0 0 0,2-2-1 0 0,0 2 1 0 0,0 0 0 0 0,0 0 0 0 0,0-2 0 0 0,0 2 0 0 0,0 0 0 0 0,2 0 0 0 0,-2-2 0 0 0,0 2 0 0 0,0 0 0 0 0,0-2 0 0 0,0 2 0 0 0,0 0 0 0 0,0 0-1 0 0,0 0 1 0 0,0 0 0 0 0,2 0 0 0 0,14 0-161 0 0,-8 6 266 0 0,2-2 1 0 0,-2 2-1 0 0,0 2 1 0 0,0-2-1 0 0,0 0 0 0 0,0 2 1 0 0,8 8-1 0 0,10 12 203 0 0,144 140 1721 0 0,-136-138-1601 0 0,-120-118 272 0 0,6 2-1689 0 0,54 62 481 0 0,-26-36 1 0 0,38 40 346 0 0,6 8-30 0 0,8 12 191 0 0,0-2 0 0 0,0 2 0 0 0,0 0 0 0 0,0-2 0 0 0,0 2 0 0 0,0 0 0 0 0,0 0 0 0 0,0 0 0 0 0,0 0 0 0 0,0 0 0 0 0,2 0 0 0 0,-2-2 0 0 0,0 2-1 0 0,0 0 1 0 0,0 0 0 0 0,0-2 0 0 0,0 2 0 0 0,0 0 0 0 0,2 0 0 0 0,-2-2 0 0 0,0 2 0 0 0,0 0 0 0 0,0 0 0 0 0,0 0 0 0 0,0-2 0 0 0,0 2 0 0 0,0 0 0 0 0,2 0 0 0 0,-2 0 0 0 0,0 0 0 0 0,2 0 0 0 0,22 0-109 0 0,-10 6 238 0 0,0-2-1 0 0,0 2 0 0 0,-2 2 0 0 0,2-2 0 0 0,-2 2 1 0 0,12 8-1 0 0,68 58 718 0 0,-88-72-815 0 0,62 60 656 0 0,42 34 677 0 0,-94-86-1295 0 0,-2-6 108 0 0,-10-6-164 0 0,-2 2 1 0 0,0 0-1 0 0,0 0 0 0 0,0 0 0 0 0,0-2 1 0 0,0 2-1 0 0,0 0 0 0 0,0 0 0 0 0,0-2 1 0 0,0 2-1 0 0,0 0 0 0 0,0 0 0 0 0,0 0 1 0 0,0 0-1 0 0,0 0 0 0 0,0 0 0 0 0,0 0 1 0 0,0-2-1 0 0,0 2 0 0 0,0 0 0 0 0,0 0 1 0 0,0-2-1 0 0,0 2 0 0 0,0 0 0 0 0,0 0 1 0 0,-2 0-1 0 0,2-2 0 0 0,-8-8-95 0 0,0-4 0 0 0,0 4 0 0 0,-2 0 0 0 0,2-2-1 0 0,-2 2 1 0 0,-14-10 0 0 0,12 8-169 0 0,0 0-1 0 0,-2-2 0 0 0,-12-16 1 0 0,20 22 149 0 0,4 4 70 0 0,0 0 0 0 0,0 2 0 0 0,-2-2 0 0 0,4 2 1 0 0,-2-2-1 0 0,0 0 0 0 0,2 0 0 0 0,-2 0 0 0 0,0 2 0 0 0,2-2 1 0 0,0 0-1 0 0,0 0 0 0 0,0 2 0 0 0,0-8 0 0 0,0-12-154 0 0,0 14 105 0 0,-2 8 68 0 0,2 0 0 0 0,0-2 0 0 0,0 0 0 0 0,2 0 0 0 0,-2 0 0 0 0,0 2 0 0 0,0-2 0 0 0,0 2 0 0 0,0-2 1 0 0,0 0-1 0 0,0 0 0 0 0,0 2 0 0 0,2 0 0 0 0,-2-2 0 0 0,2 0 0 0 0,-2 0 0 0 0,2 2 0 0 0,-2-2 0 0 0,2 2 0 0 0,-2 0 0 0 0,0-2 0 0 0,4 0 0 0 0,10-12-118 0 0,8 0 230 0 0,2 8 108 0 0,2 4 39 0 0,4 2-55 0 0,0 6 56 0 0,0-4-41 0 0,-2 4-51 0 0,-4-4-10 0 0,-2 0 23 0 0,-2-4 69 0 0,-6-10-91 0 0,-6-4-84 0 0,-2-4 47 0 0,-6 2-214 0 0,0-2-60 0 0,-2 2-12 0 0,-2 2-7 0 0,2 2 121 0 0,-6 6-73 0 0,-10 12 27 0 0,14-2 155 0 0,-2 2 0 0 0,2 0 0 0 0,0-2 1 0 0,0 2-1 0 0,0 0 0 0 0,0 2 0 0 0,0-4 0 0 0,-6 12 0 0 0,-22 42 383 0 0,24-40-279 0 0,-4 2-1 0 0,6-8-45 0 0,0 0-1 0 0,0 0 1 0 0,2-2 0 0 0,0 4 0 0 0,-4 12 0 0 0,6-16 31 0 0,16-14 4 0 0,-8 0-186 0 0,0-2 0 0 0,0 0-1 0 0,0 0 1 0 0,-2 0 0 0 0,2 2 0 0 0,-4-4 0 0 0,8-8 0 0 0,18-32-625 0 0,4-4 126 0 0,-22 40 351 0 0,0 10 65 0 0,-6 18 206 0 0,-4 10 105 0 0,0 2 0 0 0,-2-2 1 0 0,-2 0-1 0 0,2 2 0 0 0,-12 24 1 0 0,-4 34 307 0 0,8-28-135 0 0,-12 90 513 0 0,22-128-759 0 0,0-16-96 0 0,0-2 1 0 0,0 0-1 0 0,0 2 1 0 0,0-2-1 0 0,0 2 1 0 0,0-2-1 0 0,0 0 1 0 0,0 2-1 0 0,0-2 1 0 0,0 0-1 0 0,0 0 1 0 0,0 0-1 0 0,0 2 1 0 0,2-2-1 0 0,-2 0 1 0 0,0 2-1 0 0,0-2 1 0 0,0 0-1 0 0,2 2 1 0 0,-2-2-1 0 0,2 2 1 0 0,-2-2 0 0 0,2 0 0 0 0,-2 0 0 0 0,0 0 0 0 0,0 0 0 0 0,0 0 1 0 0,2 0-1 0 0,-2 0 0 0 0,0 0 0 0 0,2-2 0 0 0,-2 2 0 0 0,2 0 0 0 0,-2 0 1 0 0,0 0-1 0 0,2 0 0 0 0,-2 0 0 0 0,0-2 0 0 0,0 2 0 0 0,0 0 0 0 0,0 0 1 0 0,2-2-1 0 0,8-12 148 0 0,-4-2-283 0 0,0 2 0 0 0,-2-2 0 0 0,0 0 0 0 0,4-20 0 0 0,-2 6-492 0 0,12-44 0 0 0,-10 62 446 0 0,-8 12 171 0 0,0 0 0 0 0,0 0 0 0 0,0 0 1 0 0,0 0-1 0 0,0 0 0 0 0,0 0 0 0 0,0 0 0 0 0,0 2 1 0 0,0-2-1 0 0,0 0 0 0 0,0 0 0 0 0,2 0 1 0 0,-2 0-1 0 0,0 0 0 0 0,0 0 0 0 0,0 0 1 0 0,0 0-1 0 0,0 0 0 0 0,0 0 0 0 0,2 0 0 0 0,-2 0 1 0 0,0 0-1 0 0,0 0 0 0 0,0 0 0 0 0,0 0 1 0 0,0 0-1 0 0,0 0 0 0 0,0 2 0 0 0,0-2 1 0 0,0 0-1 0 0,0 0 0 0 0,0 0 0 0 0,0 0 1 0 0,0 2-1 0 0,0-2 0 0 0,0 0 0 0 0,0 0 0 0 0,0 0 1 0 0,0 0-1 0 0,0 0 0 0 0,0 2 0 0 0,0 8 72 0 0,0 4 0 0 0,-2-4 0 0 0,0 2 0 0 0,2 0 0 0 0,-4 0 0 0 0,0 0-1 0 0,-4 14 1 0 0,-4 12 141 0 0,-22 82 456 0 0,30-102-534 0 0,4-6-14 0 0,6-24 14 0 0,4-8-100 0 0,-10 18-28 0 0,6-44-347 0 0,-2 26 85 0 0,2 2 42 0 0,-2 2 48 0 0,4 8 101 0 0,6 12-67 0 0,-6 8 122 0 0,-6 0 115 0 0,0 2-4 0 0,-4 4-6 0 0,0 0 0 0 0,-2 0-1 0 0,0-6-14 0 0,0 2-47 0 0,-2 0 53 0 0,0 0 19 0 0,0-2-65 0 0,0 2 39 0 0,2-2 16 0 0,-4 2 0 0 0,0 0-1 0 0</inkml:trace>
  <inkml:trace contextRef="#ctx0" brushRef="#br0" timeOffset="116954.05">22617 11325 9830 0 0,'4'-12'0'0'0,"2"-2"0"0"0,2 2 0 0 0,2 4 0 0 0,0 4 0 0 0,6 10 64 0 0,-4 0 239 0 0,6 4-56 0 0,-2-4-137 0 0,0 2 171 0 0,-2-2 1 0 0,0 4 0 0 0,0-2 0 0 0,0 2 0 0 0,0 2-1 0 0,14 12 1 0 0,12 10 640 0 0,-26-22-738 0 0,-4-4 37 0 0,-2 0 0 0 0,4-2 0 0 0,-2 0 0 0 0,16 8 0 0 0,-10-6 127 0 0,0 0-102 0 0,-4 0-136 0 0,2 4 193 0 0,-4 0-11 0 0,-4-2-19 0 0,2 2 0 0 0,0-2-45 0 0,2 0-118 0 0,-2-2 147 0 0,0 0-147 0 0,2 2 118 0 0,0-6-1 0 0,-2-12-136 0 0,-8-2 137 0 0,-8-4 45 0 0,0-2-70 0 0,-10-20-635 0 0,0-2 0 0 0,0 0 0 0 0,4-2 0 0 0,-18-72 0 0 0,28 88 240 0 0,-2 4-46 0 0,0 0-1 0 0,0 0 1 0 0,-18-34 0 0 0,18 40 92 0 0,0 0 24 0 0,4 2 73 0 0,0-2-73 0 0,4 0 0 0 0,2 4 74 0 0,6 4-50 0 0,-4 14 106 0 0,-2 6 122 0 0,4 10 176 0 0,-2 0-1 0 0,-2 0 1 0 0,0 0-1 0 0,-2 26 1 0 0,6 26 414 0 0,4 32 269 0 0,-10-92-794 0 0,0-2-32 0 0,-2-4-130 0 0,-4-20-1 0 0,-8-20 65 0 0,-44-108-789 0 0,52 120 479 0 0,0-2 1 0 0,0 2 0 0 0,0-2 0 0 0,2-40-1 0 0,2 46 164 0 0,-2-4-75 0 0,0 2-25 0 0,0 6 0 0 0,-2 16 65 0 0,0 10 239 0 0,2-2 1 0 0,0 2-1 0 0,0 0 1 0 0,2 0-1 0 0,0-2 0 0 0,4 26 1 0 0,20 96 965 0 0,-12-74-644 0 0,-10-46-347 0 0,16 46 559 0 0,-12-44-520 0 0,-2-6 1 0 0,4 0-1 0 0,-2-2-28 0 0,-2-2-112 0 0,-6-16-1 0 0,-2-4 85 0 0,-2 0-45 0 0,0 0 62 0 0,-4 0-242 0 0,2 0-69 0 0,-6 0 47 0 0,0 0 188 0 0,-2 0 47 0 0,-2 2 7 0 0,-2-2 21 0 0,2 4-15 0 0,0 0 15 0 0,0 4-21 0 0,0-2-7 0 0,-4 4 0 0 0,-2-2 0 0 0,0 4 0 0 0,2 2 0 0 0,-2 2-1 0 0,6 2 1 0 0,2-2 7 0 0,0 2 4 0 0,0 0-71 0 0,-2-2 43 0 0,0 2 24 0 0,0 2 21 0 0,10-4-22 0 0,22-8 1 0 0,2-4 21 0 0,-6 0-38 0 0,4 2-50 0 0,0 2 71 0 0,6-2-4 0 0,0 0-8 0 0,0 2 1 0 0,-4-2 0 0 0,2 0 0 0 0,4 0 0 0 0,-6 2 7 0 0,6-2 21 0 0,-2 4-21 0 0,2 0-7 0 0,0 0-1 0 0,-8 0 1 0 0,-28 0 0 0 0</inkml:trace>
  <inkml:trace contextRef="#ctx0" brushRef="#br0" timeOffset="117222.45">22831 11339 9830 0 0,'0'-14'46'0'0,"-8"0"135"0"0,0 0-139 0 0,2 2-1 0 0,-4-2 135 0 0,4 4-137 0 0,0-2-42 0 0,0 0-6 0 0,0 0 6 0 0,0 0-5 0 0,4-4 1 0 0,6 0 4 0 0,2 2-5 0 0,0 2-2 0 0,2-2 8 0 0</inkml:trace>
  <inkml:trace contextRef="#ctx0" brushRef="#br0" timeOffset="118955.49">14535 8453 9830 0 0,'0'16'228'0'0,"0"0"-137"0"0,2 0 136 0 0,4-4 46 0 0,4-2 0 0 0,0 0-45 0 0,-4 0-137 0 0,6-2 155 0 0,4-4 103 0 0,-4-10-57 0 0,-6-2 0 0 0,-14-2 56 0 0,-8 0-56 0 0,0 0-19 0 0,0 0 19 0 0,2-6 11 0 0,-2 2-255 0 0,-40-44-326 0 0,52 54 246 0 0,-24-14-104 0 0,10 8 114 0 0,-2-2 202 0 0,0 4 92 0 0,2 2-45 0 0,2 0-15 0 0,0 4 1 0 0,2 4-1 0 0,14-2-205 0 0,0 2-1 0 0,0-2 0 0 0,0 0 0 0 0,0 0 1 0 0,0 0-1 0 0,0 0 0 0 0,0 2 0 0 0,0-2 1 0 0,0 0-1 0 0,0 0 0 0 0,0 0 0 0 0,0 0 1 0 0,0 2-1 0 0,0-2 0 0 0,0 0 0 0 0,0 0 1 0 0,0 0-1 0 0,0 0 0 0 0,0 2 0 0 0,0-2 1 0 0,0 0-1 0 0,0 0 0 0 0,0 0 0 0 0,0 0 1 0 0,0 0-1 0 0,0 0 0 0 0,0 0 0 0 0,2 0 1 0 0,-2 0-1 0 0,0 0 0 0 0,0 0 0 0 0,0 0 1 0 0,2 0-1 0 0,10 8 206 0 0,2 2 1 0 0,-4 0 0 0 0,-2 4-1 0 0,-2 4 1 0 0</inkml:trace>
  <inkml:trace contextRef="#ctx0" brushRef="#br0" timeOffset="119941.21">14467 8181 9830 0 0,'-18'2'273'0'0,"0"2"0"0"0,-2-2 0 0 0,2 4 0 0 0,8 2 0 0 0,12 6-45 0 0,10-2-118 0 0,-2 0 147 0 0,4-2-128 0 0,4 2 174 0 0,0 0 8 0 0,2 0 37 0 0,-2 2-37 0 0,4-2 56 0 0,-2 2 1 0 0,0-2-58 0 0,-4 0-7 0 0,-2 0-174 0 0,-2-2 174 0 0,2 0-11 0 0,0-4-19 0 0,0 2 0 0 0,2 0 0 0 0,0 0 0 0 0,-2-4 0 0 0,-4 4 0 0 0,0 4 0 0 0,2 2 0 0 0,-2-4 0 0 0,0 0 0 0 0,2 2 19 0 0,-4-2 11 0 0,0 0-193 0 0,-8 6 137 0 0,-8-2 55 0 0,0-2-237 0 0</inkml:trace>
  <inkml:trace contextRef="#ctx0" brushRef="#br0" timeOffset="120483.19">14337 8315 9830 0 0,'14'8'367'0'0,"0"-2"-75"0"0,6-4-19 0 0,4-2 0 0 0,2 2 0 0 0,-4 2 19 0 0,-4 4 57 0 0,2 2-57 0 0,-2-2 0 0 0,-2 2 11 0 0,0-4-175 0 0,-2 0 175 0 0,2 2-56 0 0,-2-2-137 0 0,-8 6 211 0 0</inkml:trace>
  <inkml:trace contextRef="#ctx0" brushRef="#br0" timeOffset="120862.4">14357 8297 9830 0 0,'16'8'367'0'0,"4"0"-75"0"0,0-2 0 0 0,2 0 57 0 0,-2 6-39 0 0,0 0 39 0 0,0 4-38 0 0,-4 0 37 0 0,-2 0-37 0 0,-4-4-8 0 0,4 0-174 0 0,-2-4 174 0 0,6 0-12 0 0,-2-2-18 0 0,-4 2 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in="-3142" max="3142" units="rad"/>
          <inkml:channel name="OE" type="integer" min="-3142" max="3142" units="rad"/>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rad"/>
          <inkml:channelProperty channel="OE" name="resolution" value="1000" units="1/rad"/>
        </inkml:channelProperties>
      </inkml:inkSource>
      <inkml:timestamp xml:id="ts0" timeString="2026-07-21T13:52:52.290"/>
    </inkml:context>
    <inkml:brush xml:id="br0">
      <inkml:brushProperty name="width" value="0.1" units="cm"/>
      <inkml:brushProperty name="height" value="0.1" units="cm"/>
      <inkml:brushProperty name="color" value="#598561"/>
    </inkml:brush>
  </inkml:definitions>
  <inkml:trace contextRef="#ctx0" brushRef="#br0">11633 5809 9830 0 0,'6'-4'34'0'0,"-2"0"-1"0"0,0 0 0 0 0,0-2 1 0 0,0 2-1 0 0,-2-2 1 0 0,2 0-1 0 0,2-4 1 0 0,-2-4-40 0 0,-4-6 1 0 0,-2 14 16 0 0,0 2 0 0 0,0 0 0 0 0,0 0 0 0 0,2 0 0 0 0,-2 0 0 0 0,-2 0 0 0 0,2 2 0 0 0,0-2 0 0 0,-2 0 0 0 0,2 0 0 0 0,0 2 0 0 0,-2-2 0 0 0,2 2 0 0 0,-2 0 0 0 0,0-2 0 0 0,0 2 0 0 0,0 0 0 0 0,0 0 0 0 0,-6-4 0 0 0,-8-2 216 0 0,0 2 0 0 0,-40-10-1 0 0,-2 4 476 0 0,2 4-1 0 0,-2 0 0 0 0,0 4 1 0 0,-2 2-1 0 0,-82 10 0 0 0,24 8 1997 0 0,-202 48 0 0 0,194-30-1322 0 0,2 8 1 0 0,0 4 0 0 0,-120 64 0 0 0,160-62-1354 0 0,0 0 0 0 0,2 6 0 0 0,2 4 0 0 0,-126 116 1 0 0,174-142-24 0 0,2 2 0 0 0,2 0 0 0 0,2 4 0 0 0,-2-2 0 0 0,6 2 0 0 0,-30 56 0 0 0,44-70 0 0 0,0-2 0 0 0,2 0 0 0 0,2 0 0 0 0,-2 0 0 0 0,4 2 0 0 0,0 0 0 0 0,0 0 0 0 0,2 0 0 0 0,0 0 0 0 0,2 0 0 0 0,2 0 0 0 0,0 0 0 0 0,2 0 0 0 0,6 32 0 0 0,0-24 0 0 0,2 2 0 0 0,0 0 0 0 0,2-2 0 0 0,2 0 0 0 0,2 0 0 0 0,2-2 0 0 0,26 36 0 0 0,-12-26 0 0 0,0-2 0 0 0,2 0 0 0 0,2-4 0 0 0,60 44 0 0 0,-26-30 0 0 0,150 78 0 0 0,82 4 0 0 0,-70-50 0 0 0,4-12 0 0 0,454 72 0 0 0,506-38 0 0 0,384-116-434 0 0,-794-70-3774 0 0,-22-66-5983 0 0,-292 2 8819 0 0,-390 114 1327 0 0,-2-2 0 0 0,0-6 1 0 0,98-66-1 0 0,-144 84 45 0 0,-4-2 0 0 0,2-2 0 0 0,-2 0 0 0 0,-2-2 0 0 0,0-2 0 0 0,40-56 0 0 0,-58 70 0 0 0,-2 0 0 0 0,2 0 0 0 0,-2-2 0 0 0,-2 0 0 0 0,0 2 0 0 0,-2-2 0 0 0,0 0 0 0 0,-2-2 0 0 0,0 2 0 0 0,0 0 0 0 0,-2-2 0 0 0,0 2 0 0 0,-2-2 0 0 0,0 2 0 0 0,-4-34 0 0 0,-4 20 0 0 0,-2-2 0 0 0,0 4 0 0 0,-2-2 0 0 0,-2 2 0 0 0,-2-2 0 0 0,0 4 0 0 0,-2-2 0 0 0,0 2 0 0 0,-44-50 0 0 0,10 18 0 0 0,-4 4 0 0 0,-4 2 0 0 0,-76-60 0 0 0,-16 8 0 0 0,-2 4 0 0 0,-4 10 0 0 0,-282-124 0 0 0,120 90 0 0 0,-344-92 0 0 0,-418-22-125 0 0,772 200 438 0 0,-484-6 0 0 0,598 52 2681 0 0,2 8 0 0 0,0 6 0 0 0,2 10 1 0 0,-238 66-1 0 0,332-66-2766 0 0,0 6 0 0 0,4 4 0 0 0,-112 60 0 0 0,128-52-228 0 0</inkml:trace>
  <inkml:trace contextRef="#ctx0" brushRef="#br0" timeOffset="44346.85">12455 5045 9830 0 0,'16'2'273'0'0,"-4"-8"0"0"0,-8-8 0 0 0,2-4-49 0 0,-4 0-199 0 0,4-4-45 0 0,-2 0 2 0 0,0-2 0 0 0,-2 2 0 0 0,2 0 0 0 0,-2 2-1 0 0,0-238-205 0 0,-2 102 77 0 0,4-58-50 0 0,-2-36 16 0 0,-4 166 77 0 0,10-116 0 0 0,10-108 104 0 0,-18 302 0 0 0,2-18 0 0 0,0 4 0 0 0,0-2 0 0 0,0 4 0 0 0,0-2 0 0 0,0 2 0 0 0,0 2 0 0 0,0 0 0 0 0,0 0 0 0 0,0 2 0 0 0,0 2 0 0 0,-2-2 0 0 0,-2 0 0 0 0,-8 4 0 0 0</inkml:trace>
  <inkml:trace contextRef="#ctx0" brushRef="#br0" timeOffset="55426.13">11149 705 9830 0 0,'6'-4'34'0'0,"-2"0"-1"0"0,0 0 0 0 0,0-2 1 0 0,0 2-1 0 0,-2-2 1 0 0,2 0-1 0 0,2-4 1 0 0,-2-4-40 0 0,-4-6 1 0 0,-2 14 16 0 0,0 2 0 0 0,0 0 0 0 0,0 0 0 0 0,2 0 0 0 0,-2 0 0 0 0,-2 0 0 0 0,2 2 0 0 0,0-2 0 0 0,-2 0 0 0 0,2 0 0 0 0,0 2 0 0 0,-2-2 0 0 0,2 2 0 0 0,-2 0 0 0 0,0-2 0 0 0,0 2 0 0 0,0 0 0 0 0,0 0 0 0 0,-6-4 0 0 0,-8-2 216 0 0,0 2 0 0 0,-40-10-1 0 0,-2 4 476 0 0,2 4-1 0 0,-2 0 0 0 0,0 4 1 0 0,-2 2-1 0 0,-82 10 0 0 0,24 8 1997 0 0,-202 48 0 0 0,194-30-1322 0 0,2 8 1 0 0,0 4 0 0 0,-120 64 0 0 0,160-62-1354 0 0,0 0 0 0 0,2 6 0 0 0,2 4 0 0 0,-126 116 1 0 0,174-142-24 0 0,2 2 0 0 0,2 0 0 0 0,2 4 0 0 0,-2-2 0 0 0,6 2 0 0 0,-30 56 0 0 0,44-70 0 0 0,0-2 0 0 0,2 0 0 0 0,2 0 0 0 0,-2 0 0 0 0,4 2 0 0 0,0 0 0 0 0,0 0 0 0 0,2 0 0 0 0,0 0 0 0 0,2 0 0 0 0,2 0 0 0 0,0 0 0 0 0,2 0 0 0 0,6 32 0 0 0,0-24 0 0 0,2 2 0 0 0,0 0 0 0 0,2-2 0 0 0,2 0 0 0 0,2 0 0 0 0,2-2 0 0 0,26 36 0 0 0,-12-26 0 0 0,0-2 0 0 0,2 0 0 0 0,2-4 0 0 0,60 44 0 0 0,-26-30 0 0 0,150 78 0 0 0,82 4 0 0 0,-70-50 0 0 0,4-12 0 0 0,454 72 0 0 0,506-38 0 0 0,384-116-434 0 0,-794-70-3774 0 0,-22-66-5983 0 0,-292 2 8819 0 0,-390 114 1327 0 0,-2-2 0 0 0,0-6 1 0 0,98-66-1 0 0,-144 84 45 0 0,-4-2 0 0 0,2-2 0 0 0,-2 0 0 0 0,-2-2 0 0 0,0-2 0 0 0,40-56 0 0 0,-58 70 0 0 0,-2 0 0 0 0,2 0 0 0 0,-2-2 0 0 0,-2 0 0 0 0,0 2 0 0 0,-2-2 0 0 0,0 0 0 0 0,-2-2 0 0 0,0 2 0 0 0,0 0 0 0 0,-2-2 0 0 0,0 2 0 0 0,-2-2 0 0 0,0 2 0 0 0,-4-34 0 0 0,-4 20 0 0 0,-2-2 0 0 0,0 4 0 0 0,-2-2 0 0 0,-2 2 0 0 0,-2-2 0 0 0,0 4 0 0 0,-2-2 0 0 0,0 2 0 0 0,-44-50 0 0 0,10 18 0 0 0,-4 4 0 0 0,-4 2 0 0 0,-76-60 0 0 0,-16 8 0 0 0,-2 4 0 0 0,-4 10 0 0 0,-282-124 0 0 0,120 90 0 0 0,-344-92 0 0 0,-418-22-125 0 0,772 200 438 0 0,-484-6 0 0 0,598 52 2681 0 0,2 8 0 0 0,0 6 0 0 0,2 10 1 0 0,-238 66-1 0 0,332-66-2766 0 0,0 6 0 0 0,4 4 0 0 0,-112 60 0 0 0,128-52-228 0 0</inkml:trace>
  <inkml:trace contextRef="#ctx0" brushRef="#br0" timeOffset="72647.89">3239 12011 9830 0 0,'0'-4'0'0'0,"0"2"0"0"0,0-2 0 0 0,0 0 0 0 0,0 2 0 0 0,-2-2 0 0 0,2 2 0 0 0,-2-2 0 0 0,2 0 0 0 0,-2 2 0 0 0,0-2 0 0 0,2 2 0 0 0,0-2 0 0 0,-2 0 0 0 0,-4-2 0 0 0,2 0 0 0 0,0 2 0 0 0,-2-2 0 0 0,2 2 0 0 0,-2-2 0 0 0,0 2 0 0 0,-8-6 0 0 0,-6 0 0 0 0,0-2 0 0 0,0 2 0 0 0,-28-8 0 0 0,-10 2 487 0 0,0 0 0 0 0,-2 4 0 0 0,2 2-1 0 0,-70-4 1 0 0,16 10 1210 0 0,-152 14 0 0 0,56 12 1607 0 0,-2 8-1 0 0,-310 84 0 0 0,392-74-3195 0 0,2 2-1 0 0,2 8 1 0 0,2 4-1 0 0,4 8 1 0 0,-132 86 0 0 0,192-110-108 0 0,2 2 0 0 0,2 6 0 0 0,2-2 0 0 0,2 4 0 0 0,-60 76 0 0 0,90-100 0 0 0,4 4 0 0 0,-2 0 0 0 0,4 0 0 0 0,-2 0 0 0 0,-16 56 0 0 0,24-60 0 0 0,2 0 0 0 0,2 0 0 0 0,0 0 0 0 0,2 2 0 0 0,0-2 0 0 0,2 2 0 0 0,0-2 0 0 0,4 34 0 0 0,2-26 0 0 0,2-2 0 0 0,0 2 0 0 0,0 0 0 0 0,4-4 0 0 0,0 2 0 0 0,22 38 0 0 0,-12-30 0 0 0,2-2 0 0 0,2 0 0 0 0,2 0 0 0 0,36 34 0 0 0,-14-24 0 0 0,0-2 0 0 0,4 0 0 0 0,2-4 0 0 0,2-2 0 0 0,118 58 0 0 0,-68-50 0 0 0,2-6 0 0 0,2-2 0 0 0,0-6 0 0 0,204 28 0 0 0,-66-30 0 0 0,278-8 0 0 0,400-66-1442 0 0,-20-94-9224 0 0,-322-10 7590 0 0,-430 96 2476 0 0,250-116 0 0 0,-324 128 600 0 0,-2-6 0 0 0,86-64 0 0 0,-132 86 0 0 0,-2-2 0 0 0,-2-2 0 0 0,0-2 0 0 0,-2 0 0 0 0,0 0 0 0 0,-4-2 0 0 0,26-40 0 0 0,-40 54 0 0 0,-2 0 0 0 0,2 0 0 0 0,-4-2 0 0 0,0 2 0 0 0,0-2 0 0 0,0 0 0 0 0,-2 2 0 0 0,0-2 0 0 0,-2 0 0 0 0,-2 0 0 0 0,2 0 0 0 0,-2 0 0 0 0,-2 0 0 0 0,-4-32 0 0 0,-2 22 0 0 0,0 2 0 0 0,-2-4 0 0 0,0 4 0 0 0,-2 0 0 0 0,0 0 0 0 0,-2 0 0 0 0,-2 2 0 0 0,-32-44 0 0 0,10 24 0 0 0,-2 2 0 0 0,-2 0 0 0 0,-2 2 0 0 0,-52-36 0 0 0,6 12 0 0 0,-126-68 0 0 0,58 52 0 0 0,-2 6 0 0 0,-4 8 0 0 0,-236-64 0 0 0,140 64 0 0 0,-408-48 0 0 0,-36 72 3717 0 0,526 48-1195 0 0,-338 52-1 0 0,422-38-560 0 0,2 4 0 0 0,-182 68 1 0 0,230-72-1769 0 0,2 2 0 0 0,0 0 1 0 0,2 4-1 0 0,0 2 0 0 0,2 2 1 0 0,0 0-1 0 0,2 2 0 0 0,-32 36 1 0 0,50-46-194 0 0,-24 38 0 0 0,-2 20 0 0 0</inkml:trace>
  <inkml:trace contextRef="#ctx0" brushRef="#br0" timeOffset="78287.92">10079 12575 9830 0 0,'0'-4'0'0'0,"0"2"0"0"0,0-2 0 0 0,0 0 0 0 0,0 2 0 0 0,-2-2 0 0 0,2 2 0 0 0,-2-2 0 0 0,2 0 0 0 0,-2 2 0 0 0,0-2 0 0 0,2 2 0 0 0,0-2 0 0 0,-2 0 0 0 0,-4-2 0 0 0,2 0 0 0 0,0 2 0 0 0,-2-2 0 0 0,2 2 0 0 0,-2-2 0 0 0,0 2 0 0 0,-8-6 0 0 0,-6 0 0 0 0,0-2 0 0 0,0 2 0 0 0,-28-8 0 0 0,-10 2 487 0 0,0 0 0 0 0,-2 4 0 0 0,2 2-1 0 0,-70-4 1 0 0,16 10 1210 0 0,-152 14 0 0 0,56 12 1607 0 0,-2 8-1 0 0,-310 84 0 0 0,392-74-3195 0 0,2 2-1 0 0,2 8 1 0 0,2 4-1 0 0,4 8 1 0 0,-132 86 0 0 0,192-110-108 0 0,2 2 0 0 0,2 6 0 0 0,2-2 0 0 0,2 4 0 0 0,-60 76 0 0 0,90-100 0 0 0,4 4 0 0 0,-2 0 0 0 0,4 0 0 0 0,-2 0 0 0 0,-16 56 0 0 0,24-60 0 0 0,2 0 0 0 0,2 0 0 0 0,0 0 0 0 0,2 2 0 0 0,0-2 0 0 0,2 2 0 0 0,0-2 0 0 0,4 34 0 0 0,2-26 0 0 0,2-2 0 0 0,0 2 0 0 0,0 0 0 0 0,4-4 0 0 0,0 2 0 0 0,22 38 0 0 0,-12-30 0 0 0,2-2 0 0 0,2 0 0 0 0,2 0 0 0 0,36 34 0 0 0,-14-24 0 0 0,0-2 0 0 0,4 0 0 0 0,2-4 0 0 0,2-2 0 0 0,118 58 0 0 0,-68-50 0 0 0,2-6 0 0 0,2-2 0 0 0,0-6 0 0 0,204 28 0 0 0,-66-30 0 0 0,278-8 0 0 0,400-66-1442 0 0,-20-94-9224 0 0,-322-10 7590 0 0,-430 96 2476 0 0,250-116 0 0 0,-324 128 600 0 0,-2-6 0 0 0,86-64 0 0 0,-132 86 0 0 0,-2-2 0 0 0,-2-2 0 0 0,0-2 0 0 0,-2 0 0 0 0,0 0 0 0 0,-4-2 0 0 0,26-40 0 0 0,-40 54 0 0 0,-2 0 0 0 0,2 0 0 0 0,-4-2 0 0 0,0 2 0 0 0,0-2 0 0 0,0 0 0 0 0,-2 2 0 0 0,0-2 0 0 0,-2 0 0 0 0,-2 0 0 0 0,2 0 0 0 0,-2 0 0 0 0,-2 0 0 0 0,-4-32 0 0 0,-2 22 0 0 0,0 2 0 0 0,-2-4 0 0 0,0 4 0 0 0,-2 0 0 0 0,0 0 0 0 0,-2 0 0 0 0,-2 2 0 0 0,-32-44 0 0 0,10 24 0 0 0,-2 2 0 0 0,-2 0 0 0 0,-2 2 0 0 0,-52-36 0 0 0,6 12 0 0 0,-126-68 0 0 0,58 52 0 0 0,-2 6 0 0 0,-4 8 0 0 0,-236-64 0 0 0,140 64 0 0 0,-408-48 0 0 0,-36 72 3717 0 0,526 48-1195 0 0,-338 52-1 0 0,422-38-560 0 0,2 4 0 0 0,-182 68 1 0 0,230-72-1769 0 0,2 2 0 0 0,0 0 1 0 0,2 4-1 0 0,0 2 0 0 0,2 2 1 0 0,0 0-1 0 0,2 2 0 0 0,-32 36 1 0 0,50-46-194 0 0,-24 38 0 0 0,-2 20 0 0 0</inkml:trace>
  <inkml:trace contextRef="#ctx0" brushRef="#br0" timeOffset="85616.78">16981 12575 9830 0 0,'0'-4'0'0'0,"0"2"0"0"0,0-2 0 0 0,0 0 0 0 0,0 2 0 0 0,-2-2 0 0 0,2 2 0 0 0,-2-2 0 0 0,2 0 0 0 0,-2 2 0 0 0,0-2 0 0 0,2 2 0 0 0,0-2 0 0 0,-2 0 0 0 0,-4-2 0 0 0,2 0 0 0 0,0 2 0 0 0,-2-2 0 0 0,2 2 0 0 0,-2-2 0 0 0,0 2 0 0 0,-8-6 0 0 0,-6 0 0 0 0,0-2 0 0 0,0 2 0 0 0,-28-8 0 0 0,-10 2 487 0 0,0 0 0 0 0,-2 4 0 0 0,2 2-1 0 0,-70-4 1 0 0,16 10 1210 0 0,-152 14 0 0 0,56 12 1607 0 0,-2 8-1 0 0,-310 84 0 0 0,392-74-3195 0 0,2 2-1 0 0,2 8 1 0 0,2 4-1 0 0,4 8 1 0 0,-132 86 0 0 0,192-110-108 0 0,2 2 0 0 0,2 6 0 0 0,2-2 0 0 0,2 4 0 0 0,-60 76 0 0 0,90-100 0 0 0,4 4 0 0 0,-2 0 0 0 0,4 0 0 0 0,-2 0 0 0 0,-16 56 0 0 0,24-60 0 0 0,2 0 0 0 0,2 0 0 0 0,0 0 0 0 0,2 2 0 0 0,0-2 0 0 0,2 2 0 0 0,0-2 0 0 0,4 34 0 0 0,2-26 0 0 0,2-2 0 0 0,0 2 0 0 0,0 0 0 0 0,4-4 0 0 0,0 2 0 0 0,22 38 0 0 0,-12-30 0 0 0,2-2 0 0 0,2 0 0 0 0,2 0 0 0 0,36 34 0 0 0,-14-24 0 0 0,0-2 0 0 0,4 0 0 0 0,2-4 0 0 0,2-2 0 0 0,118 58 0 0 0,-68-50 0 0 0,2-6 0 0 0,2-2 0 0 0,0-6 0 0 0,204 28 0 0 0,-66-30 0 0 0,278-8 0 0 0,400-66-1442 0 0,-20-94-9224 0 0,-322-10 7590 0 0,-430 96 2476 0 0,250-116 0 0 0,-324 128 600 0 0,-2-6 0 0 0,86-64 0 0 0,-132 86 0 0 0,-2-2 0 0 0,-2-2 0 0 0,0-2 0 0 0,-2 0 0 0 0,0 0 0 0 0,-4-2 0 0 0,26-40 0 0 0,-40 54 0 0 0,-2 0 0 0 0,2 0 0 0 0,-4-2 0 0 0,0 2 0 0 0,0-2 0 0 0,0 0 0 0 0,-2 2 0 0 0,0-2 0 0 0,-2 0 0 0 0,-2 0 0 0 0,2 0 0 0 0,-2 0 0 0 0,-2 0 0 0 0,-4-32 0 0 0,-2 22 0 0 0,0 2 0 0 0,-2-4 0 0 0,0 4 0 0 0,-2 0 0 0 0,0 0 0 0 0,-2 0 0 0 0,-2 2 0 0 0,-32-44 0 0 0,10 24 0 0 0,-2 2 0 0 0,-2 0 0 0 0,-2 2 0 0 0,-52-36 0 0 0,6 12 0 0 0,-126-68 0 0 0,58 52 0 0 0,-2 6 0 0 0,-4 8 0 0 0,-236-64 0 0 0,140 64 0 0 0,-408-48 0 0 0,-36 72 3717 0 0,526 48-1195 0 0,-338 52-1 0 0,422-38-560 0 0,2 4 0 0 0,-182 68 1 0 0,230-72-1769 0 0,2 2 0 0 0,0 0 1 0 0,2 4-1 0 0,0 2 0 0 0,2 2 1 0 0,0 0-1 0 0,2 2 0 0 0,-32 36 1 0 0,50-46-194 0 0,-24 38 0 0 0,-2 20 0 0 0</inkml:trace>
  <inkml:trace contextRef="#ctx0" brushRef="#br0" timeOffset="92693.61">23966 12172 9830 0 0,'0'-4'0'0'0,"0"2"0"0"0,0-2 0 0 0,0 0 0 0 0,0 2 0 0 0,-2-2 0 0 0,2 2 0 0 0,-2-2 0 0 0,2 0 0 0 0,-2 2 0 0 0,0-2 0 0 0,2 2 0 0 0,0-2 0 0 0,-2 0 0 0 0,-4-2 0 0 0,2 0 0 0 0,0 2 0 0 0,-2-2 0 0 0,2 2 0 0 0,-2-2 0 0 0,0 2 0 0 0,-8-6 0 0 0,-6 0 0 0 0,0-2 0 0 0,0 2 0 0 0,-28-8 0 0 0,-10 2 487 0 0,0 0 0 0 0,-2 4 0 0 0,2 2-1 0 0,-70-4 1 0 0,16 10 1210 0 0,-152 14 0 0 0,56 12 1607 0 0,-2 8-1 0 0,-310 84 0 0 0,392-74-3195 0 0,2 2-1 0 0,2 8 1 0 0,2 4-1 0 0,4 8 1 0 0,-132 86 0 0 0,192-110-108 0 0,2 2 0 0 0,2 6 0 0 0,2-2 0 0 0,2 4 0 0 0,-60 76 0 0 0,90-100 0 0 0,4 4 0 0 0,-2 0 0 0 0,4 0 0 0 0,-2 0 0 0 0,-16 56 0 0 0,24-60 0 0 0,2 0 0 0 0,2 0 0 0 0,0 0 0 0 0,2 2 0 0 0,0-2 0 0 0,2 2 0 0 0,0-2 0 0 0,4 34 0 0 0,2-26 0 0 0,2-2 0 0 0,0 2 0 0 0,0 0 0 0 0,4-4 0 0 0,0 2 0 0 0,22 38 0 0 0,-12-30 0 0 0,2-2 0 0 0,2 0 0 0 0,2 0 0 0 0,36 34 0 0 0,-14-24 0 0 0,0-2 0 0 0,4 0 0 0 0,2-4 0 0 0,2-2 0 0 0,118 58 0 0 0,-68-50 0 0 0,2-6 0 0 0,2-2 0 0 0,0-6 0 0 0,204 28 0 0 0,-66-30 0 0 0,278-8 0 0 0,400-66-1442 0 0,-20-94-9224 0 0,-322-10 7590 0 0,-430 96 2476 0 0,250-116 0 0 0,-324 128 600 0 0,-2-6 0 0 0,86-64 0 0 0,-132 86 0 0 0,-2-2 0 0 0,-2-2 0 0 0,0-2 0 0 0,-2 0 0 0 0,0 0 0 0 0,-4-2 0 0 0,26-40 0 0 0,-40 54 0 0 0,-2 0 0 0 0,2 0 0 0 0,-4-2 0 0 0,0 2 0 0 0,0-2 0 0 0,0 0 0 0 0,-2 2 0 0 0,0-2 0 0 0,-2 0 0 0 0,-2 0 0 0 0,2 0 0 0 0,-2 0 0 0 0,-2 0 0 0 0,-4-32 0 0 0,-2 22 0 0 0,0 2 0 0 0,-2-4 0 0 0,0 4 0 0 0,-2 0 0 0 0,0 0 0 0 0,-2 0 0 0 0,-2 2 0 0 0,-32-44 0 0 0,10 24 0 0 0,-2 2 0 0 0,-2 0 0 0 0,-2 2 0 0 0,-52-36 0 0 0,6 12 0 0 0,-126-68 0 0 0,58 52 0 0 0,-2 6 0 0 0,-4 8 0 0 0,-236-64 0 0 0,140 64 0 0 0,-408-48 0 0 0,-36 72 3717 0 0,526 48-1195 0 0,-338 52-1 0 0,422-38-560 0 0,2 4 0 0 0,-182 68 1 0 0,230-72-1769 0 0,2 2 0 0 0,0 0 1 0 0,2 4-1 0 0,0 2 0 0 0,2 2 1 0 0,0 0-1 0 0,2 2 0 0 0,-32 36 1 0 0,50-46-194 0 0,-24 38 0 0 0,-2 20 0 0 0</inkml:trace>
  <inkml:trace contextRef="#ctx0" brushRef="#br0" timeOffset="125840.85">8445 7741 9830 0 0,'18'-10'367'0'0,"10"-6"33"0"0,36-28 0 0 0,-52 34-113 0 0,2 4-184 0 0,0-2 130 0 0,-10 6 41 0 0,-6 2-77 0 0,-12 2 46 0 0,-16 10 226 0 0,-336 190 4662 0 0,16 24-198 0 0,288-184-4129 0 0,-666 458 1783 0 0,-918 750-2631 0 0,1420-1068 44 0 0,-426 372 0 0 0,632-534 0 0 0,-86 86 0 0 0,90-90 0 0 0,0 4 0 0 0,2 0 0 0 0,0 0 0 0 0,-12 24 0 0 0,-2 10 0 0 0,-2-2 0 0 0,-2 0 0 0 0,-68 78 0 0 0,92-120 0 0 0,-2 4 0 0 0,2-6 0 0 0,0 2 0 0 0,0 2 0 0 0,0 0 0 0 0,-32 46 0 0 0,28-38 0 0 0,-2 0 0 0 0,-2 0 0 0 0,-24 24 0 0 0,26-32 0 0 0,14-10 0 0 0,0-2 0 0 0,0 0 0 0 0,0 2 0 0 0,0-2 0 0 0,-2 0 0 0 0,2 0 0 0 0,0 2 0 0 0,0-2 0 0 0,-2 0 0 0 0,2 0 0 0 0,0 0 0 0 0,-2 2 0 0 0,2-2 0 0 0,0 0 0 0 0,-2 0 0 0 0,2 0 0 0 0,0 0 0 0 0,0 0 0 0 0,0 0 0 0 0,0 0 0 0 0,-2 0 0 0 0,2 0 0 0 0,0 0 0 0 0,-2 0 0 0 0,2 0 0 0 0,0 0 0 0 0,-2 0 0 0 0,2 0 0 0 0,-2 0 0 0 0,2 0 0 0 0,0 0 0 0 0,0 0 0 0 0,0 0 0 0 0,0 0 0 0 0,-2 0 0 0 0,2-2 0 0 0,0 2 0 0 0,0 0 0 0 0,-2 0 0 0 0,2 0 0 0 0,0-2 0 0 0,-2 2 0 0 0,2 0 0 0 0,0-2 0 0 0,0 2 0 0 0,0 0 0 0 0,-2 0 0 0 0,2-2 0 0 0,0 2 0 0 0,0 0 0 0 0,0 0 0 0 0,0-2 0 0 0,0-4-43 0 0,-2 2 0 0 0,2 0 1 0 0,-2-2-1 0 0,2 2 0 0 0,0-2 1 0 0,0 2-1 0 0,0 0 0 0 0,0-2 1 0 0,2 2-1 0 0,-2-2 0 0 0,2 2 1 0 0,2-10-1 0 0,0 0-232 0 0,126-414-5613 0 0,-76 272 3825 0 0,-48 136 1739 0 0,14-34-557 0 0,-14 48 648 0 0,-6 8 181 0 0,4 10 101 0 0,-4-12-58 0 0,-2 14 180 0 0,0 2-1 0 0,0 0 1 0 0,-2-2-1 0 0,0 0 1 0 0,-6 18-1 0 0,-2-2 83 0 0,-86 246 2091 0 0,-26 90 818 0 0,122-350-2949 0 0,-2-2-1 0 0,0 28 1 0 0,4-26-156 0 0,8-8 86 0 0,-8-8-123 0 0,2 0 0 0 0,0 0 0 0 0,0 0 0 0 0,0 0 0 0 0,-2 0 0 0 0,2 0 0 0 0,0 0 0 0 0,-2 0 0 0 0,2 0 0 0 0,0 0 0 0 0,-2 0 0 0 0,2-2 0 0 0,0 2 0 0 0,0 0 0 0 0,0-2 0 0 0,-2 2 0 0 0,0-2 0 0 0,2 0 0 0 0,0 2 0 0 0,2-2 0 0 0,26-28 323 0 0,-22 20-262 0 0,66-68-2320 0 0,142-114-1 0 0,-188 172 1957 0 0,0 0-1 0 0,2 4 0 0 0,0-2 1 0 0,0 2-1 0 0,2 2 1 0 0,0 0-1 0 0,0 4 1 0 0,2 0-1 0 0,50-10 0 0 0,-60 18 475 0 0,6 2 81 0 0,-6 6-70 0 0,-22-6-192 0 0,-2 0-1 0 0,0 2 1 0 0,0-2-1 0 0,0 0 1 0 0,0 0 0 0 0,2 0-1 0 0,-2 0 1 0 0,0 0-1 0 0,2 0 1 0 0,-2 0-1 0 0,0 0 1 0 0,2 2-1 0 0,-2-2 1 0 0,0 0 0 0 0,0 0-1 0 0,2 2 1 0 0,-2-2-1 0 0,0 0 1 0 0,0 2-1 0 0,0-2 1 0 0,0 0-1 0 0,0 2 1 0 0,-4 12 183 0 0,4-12-189 0 0,0-2 1 0 0,-2 0-1 0 0,2 0 1 0 0,0 0 0 0 0,-2 0-1 0 0,2 2 1 0 0,0-2 0 0 0,0 0-1 0 0,0 2 1 0 0,-2-2 0 0 0,2 0-1 0 0,-2 0 1 0 0,2 0 0 0 0,-2 0-1 0 0,2 2 1 0 0,-2-2 0 0 0,2 0-1 0 0,0 0 1 0 0,-2 0-1 0 0,-4 0 21 0 0,4-2-1 0 0,-4 2 0 0 0,4-2 1 0 0,-2 2-1 0 0,0-2 0 0 0,0 2 1 0 0,0-2-1 0 0,0 0 0 0 0,2 0 1 0 0,-2 0-1 0 0,0 2 0 0 0,2-4 1 0 0,-2 2-1 0 0,2 0 0 0 0,-2-2 1 0 0,0 2-1 0 0,2 0 0 0 0,0-2 0 0 0,-2 0 1 0 0,4 2-1 0 0,-4-2 0 0 0,2 2 1 0 0,-2-8-1 0 0,-8-14-261 0 0,2 2 1 0 0,-14-42-1 0 0,18 42 5 0 0,0 6 121 0 0,-14-40-668 0 0,-40-84 0 0 0,50 122 614 0 0,0 2 0 0 0,2 0 0 0 0,-4 0 0 0 0,0 0 0 0 0,-2 2 0 0 0,2 0 1 0 0,-2 0-1 0 0,-2 2 0 0 0,-14-12 0 0 0,-10-6 42 0 0,30 22 336 0 0,10 6-206 0 0,0 2 1 0 0,0 0 0 0 0,0 0-1 0 0,0-2 1 0 0,0 2 0 0 0,0 0-1 0 0,0 0 1 0 0,0-2 0 0 0,0 2-1 0 0,0 0 1 0 0,0 0 0 0 0,0-2-1 0 0,0 2 1 0 0,0 0 0 0 0,0 0-1 0 0,0 0 1 0 0,0 0 0 0 0,0 0-1 0 0,0 0 1 0 0,0 0 0 0 0,2-2-1 0 0,-2 2 1 0 0,0 0 0 0 0,0 0-1 0 0,0 0 1 0 0,0 0 0 0 0,2-2-1 0 0,-2 2 1 0 0,0 0 0 0 0,0 0 0 0 0,2 0-1 0 0,-2 0 1 0 0,24-4 204 0 0</inkml:trace>
  <inkml:trace contextRef="#ctx0" brushRef="#br0" timeOffset="128118.1">10723 9317 9830 0 0,'12'-50'0'0'0,"36"-90"0"0"0,-16 54 0 0 0,212-542 0 0 0,-214 556 0 0 0,-30 72 0 0 0,0 0 0 0 0,0 0 0 0 0,0 0 1 0 0,0 0-1 0 0,0 0 0 0 0,0 0 0 0 0,0 0 0 0 0,0 0 0 0 0,0 0 0 0 0,0 0 0 0 0,0 0 1 0 0,0 0-1 0 0,0 0 0 0 0,0 0 0 0 0,0 0 0 0 0,0 0 0 0 0,0 0 0 0 0,2 0 0 0 0,-2 0 1 0 0,0 0-1 0 0,0 0 0 0 0,0 0 0 0 0,0 0 0 0 0,0 0 0 0 0,0 0 0 0 0,0 0 0 0 0,0 0 1 0 0,0 0-1 0 0,0 0 0 0 0,0 0 0 0 0,0 0 0 0 0,0 0 0 0 0,0 0 0 0 0,0 0 0 0 0,0 0 1 0 0,0 0-1 0 0,0 0 0 0 0,0 0 0 0 0,0 0 0 0 0,0 0 0 0 0,0 0 0 0 0,0 0 0 0 0,0 0 1 0 0,0 0-1 0 0,0 0 0 0 0,0 12 40 0 0,-4 18 278 0 0,-64 274 5728 0 0,-116 304 1 0 0,-150 282-1336 0 0,160-444-5495 0 0,110-274 784 0 0,-70 182 0 0 0,114-292 0 0 0,-2 12 0 0 0,-26 86 0 0 0,42-144 0 0 0,2-2 0 0 0,-2-4 0 0 0,2 4 0 0 0,0 0 0 0 0,0-2 0 0 0,0-2 0 0 0,0 4 0 0 0,-2 0 0 0 0,0-2 0 0 0,-2 4 0 0 0,2-2 0 0 0,0 2 0 0 0,-2 2 0 0 0,4-6 0 0 0,0-2 0 0 0,0 2 0 0 0,2 0 0 0 0,0 0 0 0 0,-2 22 0 0 0,-4 22 0 0 0,8-38 0 0 0,-4 0 0 0 0,0-2 0 0 0,4-4 0 0 0,-6 2 0 0 0,2-2 0 0 0,-2 0 0 0 0,2 0 0 0 0,0 0 0 0 0,0 2 0 0 0,0 0 0 0 0,-2-6 0 0 0,-4-14 0 0 0,2-6 0 0 0,0-6 0 0 0,-4-26-793 0 0,0-2 0 0 0,4 2-1 0 0,0-2 1 0 0,-2-62 0 0 0,4 40-136 0 0,-4-68-910 0 0,42 376 2829 0 0,26 12 559 0 0,-54-234-1502 0 0,0 0 83 0 0,2-2-4 0 0,-4 2-8 0 0,2-2-20 0 0,0-2-51 0 0,6-6 83 0 0,-8-8-115 0 0,0 0 0 0 0,0-2 0 0 0,-2 2 0 0 0,0 0-1 0 0,2-2 1 0 0,0 2 0 0 0,0-2 0 0 0,-2 2 0 0 0,2-2-1 0 0,-2 2 1 0 0,0 0 0 0 0,2-2 0 0 0,-2 0 0 0 0,2 2 0 0 0,0-4-1 0 0,16-24-20 0 0,-10 16-176 0 0,36-52-1111 0 0,2 0-1 0 0,88-92 1 0 0,-126 146 1361 0 0,6-4-192 0 0,-2 2 52 0 0,0 2-72 0 0,-2 0 72 0 0,-2-2-72 0 0,-2-2 82 0 0,-2 0-65 0 0,0 0-1 0 0,-6 2 77 0 0,-2 0-51 0 0,-2 0 41 0 0,0 2-84 0 0,-2-2 84 0 0,-2 0-67 0 0,-4 4-35 0 0,-4-2 18 0 0,-4 4 235 0 0,-6 2 86 0 0,-4 0 75 0 0,-40 4 212 0 0,48 0-297 0 0,-44 0 412 0 0,34-2-371 0 0,0 0 68 0 0,4-2-67 0 0,4 4 43 0 0,2-2-75 0 0,-2 0-25 0 0,4 6 10 0 0,6 4 6 0 0,2 0-106 0 0,4 0 65 0 0,-4 0 25 0 0</inkml:trace>
  <inkml:trace contextRef="#ctx0" brushRef="#br0" timeOffset="130240.1">14683 8557 9830 0 0,'-76'-54'0'0'0,"62"44"0"0"0,14 8 2 0 0,0 2 0 0 0,-2 0 0 0 0,2 0 0 0 0,0 0-1 0 0,0 0 1 0 0,0 0 0 0 0,0 0 0 0 0,0 0 0 0 0,0 0 0 0 0,0 0 0 0 0,0 0-1 0 0,0-2 1 0 0,0 2 0 0 0,0 0 0 0 0,0 0 0 0 0,0 0 0 0 0,0 0 0 0 0,0 0-1 0 0,0 0 1 0 0,0 0 0 0 0,0-2 0 0 0,0 2 0 0 0,0 0 0 0 0,0 0 0 0 0,0 0-1 0 0,-2 0 1 0 0,2 0 0 0 0,0-2 0 0 0,0 2 0 0 0,0 0 0 0 0,2 0 0 0 0,-2 0-1 0 0,0 0 1 0 0,0 0 0 0 0,0 0 0 0 0,0 0 0 0 0,0 0 0 0 0,0 0 0 0 0,0 0-1 0 0,0 0 1 0 0,0 0 0 0 0,0-2 0 0 0,0 2 0 0 0,0 0 0 0 0,0 0 0 0 0,0 0-1 0 0,0 0 1 0 0,0 0 0 0 0,6-2 73 0 0,-2 2-1 0 0,0 0 1 0 0,0-2 0 0 0,2 2-1 0 0,-2 2 1 0 0,0-2-1 0 0,2 0 1 0 0,-2 2 0 0 0,2-2-1 0 0,2 2 1 0 0,62 22 765 0 0,-44-16-466 0 0,60 24 1019 0 0,-2 4-1 0 0,2 4 0 0 0,-6 4 0 0 0,0 2 0 0 0,0 4 0 0 0,-6 4 1 0 0,0 4-1 0 0,-4 0 0 0 0,116 132 0 0 0,22 48-1344 0 0,-12 8 0 0 0,-10 10 0 0 0,-10 8 0 0 0,-14 6 0 0 0,-10 8 0 0 0,116 306 0 0 0,-244-522-48 0 0,-2-2 0 0 0,16 78 0 0 0,-34-112 0 0 0,0 0 0 0 0,0-2 0 0 0,-4 2 0 0 0,0 0 0 0 0,0 0 0 0 0,0 0 0 0 0,-4-2 0 0 0,-8 40 0 0 0,-4-8 0 0 0,12-40 0 0 0,0-6 0 0 0,-2 4 0 0 0,2-4 0 0 0,-2 2 0 0 0,-2 0 0 0 0,0-2 0 0 0,-2 0 0 0 0,-2-2 0 0 0,4-2 0 0 0,10-16 0 0 0,18-72-843 0 0,-12 46 192 0 0,2 0-1 0 0,2-46 0 0 0,-10 68 432 0 0,-2-2 0 0 0,0 4-1 0 0,-2-2 1 0 0,0 0 0 0 0,0 0 0 0 0,0 2-1 0 0,-2-2 1 0 0,0 0 0 0 0,-8-14-1 0 0,8 20 71 0 0,-6-18-453 0 0,-2 0 0 0 0,-26-40 1 0 0,56 130 782 0 0,4-8 325 0 0,2 0 1 0 0,36 58 0 0 0,-44-92-326 0 0,-2 2-1 0 0,2-2 1 0 0,2 0-1 0 0,0-2 1 0 0,0 0-1 0 0,2 0 1 0 0,24 14-1 0 0,92 60 935 0 0,-126-88-993 0 0,-12-14 0 0 0,-2-4-1 0 0,-8 2-59 0 0,0-2-191 0 0,0 2 125 0 0,0 0 46 0 0,2-2 0 0 0</inkml:trace>
  <inkml:trace contextRef="#ctx0" brushRef="#br0" timeOffset="131082.22">17231 11955 9830 0 0,'-20'0'228'0'0,"8"-6"-118"0"0,4-4 147 0 0,6-8-196 0 0,4-2-29 0 0,4 0 1 0 0,-2 0 0 0 0,2 0 0 0 0,10-24 0 0 0,0 4-52 0 0,0-14-23 0 0,82-266-207 0 0,-96 302 234 0 0,-2 2 2 0 0,0 16 13 0 0,0 0 0 0 0,0-2 0 0 0,0 2 0 0 0,0 0-1 0 0,-2 0 1 0 0,2-2 0 0 0,0 2 0 0 0,0 0 0 0 0,0 0-1 0 0,0 0 1 0 0,-2-2 0 0 0,2 2 0 0 0,0 0 0 0 0,0 0-1 0 0,0 0 1 0 0,0 0 0 0 0,0-2 0 0 0,0 2 0 0 0,0 0-1 0 0,-2 0 1 0 0,2 0 0 0 0,0 0 0 0 0,0 0 0 0 0,-2 0-1 0 0,2 0 1 0 0,0 0 0 0 0,0 0 0 0 0,-2 0 0 0 0,2 0-1 0 0,-2 0 1 0 0,2 0 28 0 0,-4 2 0 0 0,0 0 0 0 0,4 0 0 0 0,-4 0 0 0 0,2-2-1 0 0,0 2 1 0 0,0 0 0 0 0,-2 0 0 0 0,2 0 0 0 0,2-2 0 0 0,-4 4 0 0 0,2-2-1 0 0,0 0 1 0 0,-2 4 0 0 0,-24 42 724 0 0,26-44-676 0 0,-26 54 1269 0 0,2 0 0 0 0,-30 114 0 0 0,0-2 937 0 0,54-160-2144 0 0,-18 40 908 0 0,4 0 0 0 0,-12 74 0 0 0,24-108-940 0 0,2-8 116 0 0,10-16 43 0 0,-8 2-274 0 0,2 2-1 0 0,0-2 0 0 0,-2 0 1 0 0,2 2-1 0 0,-2 0 1 0 0,2-4-1 0 0,-2 4 1 0 0,0 0-1 0 0,0-4 0 0 0,0 4 1 0 0,-2 0-1 0 0,2-4 1 0 0,-2 4-1 0 0,0 0 1 0 0,0-2-1 0 0,-2-8 0 0 0,-2 2-161 0 0,0-2-1 0 0,-2 2 0 0 0,0-2 0 0 0,0 4 1 0 0,-2-2-1 0 0,2 2 0 0 0,-4-2 1 0 0,2 2-1 0 0,0 0 0 0 0,-20-14 0 0 0,6 8-200 0 0,2 4 0 0 0,0-2-1 0 0,-2 2 1 0 0,-48-18 0 0 0,52 24 439 0 0,8 0 32 0 0,0 4-1 0 0,4-2 1 0 0,-4 2-1 0 0,0 2 1 0 0,2-2-1 0 0,-2 0 1 0 0,-18 2-1 0 0,-6 2 137 0 0,26-2-152 0 0,0 2 0 0 0,0-2 0 0 0,0 2 0 0 0,2 2 0 0 0,-4-2 0 0 0,4 0 0 0 0,-2 4 0 0 0,0-4 0 0 0,2 4 0 0 0,0-2 0 0 0,-2 0-1 0 0,2 4 1 0 0,0-2 0 0 0,0-2 0 0 0,0 4 0 0 0,-8 8 0 0 0,2-2 58 0 0,6 0 10 0 0,6-4 38 0 0,16-14 11 0 0</inkml:trace>
  <inkml:trace contextRef="#ctx0" brushRef="#br0" timeOffset="134336.47">16967 7299 9830 0 0,'16'2'91'0'0,"8"-2"319"0"0,-4-4-137 0 0,-2-2-163 0 0,4-2 238 0 0,-2 2 24 0 0,2 2 1 0 0,-2 0-1 0 0,2 2 0 0 0,-2-2 1 0 0,38 4-1 0 0,-16 0 162 0 0,464 6 6206 0 0,-350 4-3918 0 0,190 40 0 0 0,-228-22-2822 0 0,-2 4 0 0 0,0 6 0 0 0,118 58 0 0 0,-38-4 0 0 0,276 180 0 0 0,234 230 0 0 0,-484-326 0 0 0,60 52 0 0 0,-32-32 0 0 0,-24-22 0 0 0,164 180 0 0 0,-338-298 0 0 0,-4 0 0 0 0,44 72 0 0 0,-42-58 0 0 0,66 70 0 0 0,-90-108 0 0 0,0 0 0 0 0,-2 4 0 0 0,0-2 0 0 0,-2 2 0 0 0,18 48 0 0 0,-20-44 0 0 0,44 56 0 0 0,-40-64 0 0 0,-4 2 0 0 0,24 44 0 0 0,-26-42 0 0 0,2 0 0 0 0,2-2 0 0 0,40 50 0 0 0,-50-68 0 0 0,0 2 0 0 0,-2 0 0 0 0,14 28 0 0 0,-20-42 0 0 0,12 28 0 0 0,4-4 0 0 0,38 44 0 0 0,-44-56 0 0 0,-6 0 0 0 0,4 0 0 0 0,-2 0 0 0 0,0-2 0 0 0,-2-2 0 0 0,4 2 0 0 0,-4-4 0 0 0,0 2 0 0 0,2-2 0 0 0,0 0 0 0 0,0 2 0 0 0,-2-2 0 0 0,2-2 0 0 0,0 0 0 0 0,0 6 0 0 0,0-2 0 0 0,0 2 0 0 0,2 0 0 0 0,-4-2 0 0 0,0 2 0 0 0,0-4 0 0 0,-2 2 0 0 0,-2-2 0 0 0,2 2 0 0 0,2 0 0 0 0,0 0 0 0 0,0 2 0 0 0,0 0 0 0 0,0-2 0 0 0,0 2 0 0 0,0 0 0 0 0,-2-2 0 0 0,-2-2 0 0 0,0-22 0 0 0,-6-2 0 0 0,0 2-46 0 0,0-4-200 0 0,-2 0-103 0 0,0-2 57 0 0,2-4 19 0 0,0 4 0 0 0,2-4 0 0 0,0-2 0 0 0,2 4 0 0 0,0 0 0 0 0,-2-2 0 0 0,0 2 0 0 0,0 2 45 0 0,0 2 137 0 0,2 0-136 0 0,0-2-46 0 0,-2 2 45 0 0,0 2 118 0 0,2 2-193 0 0,-2-4 57 0 0,0 6 200 0 0,0 20 1 0 0,0 10-123 0 0,2 22 408 0 0,6 46-1 0 0,-2 2 165 0 0,-6-72-340 0 0,0-10-16 0 0,0 0 1 0 0,0 0-1 0 0,0 2 1 0 0,2-2-1 0 0,-2 0 0 0 0,2 0 1 0 0,0 0-1 0 0,4 12 1 0 0,2-2-15 0 0,2-4 61 0 0,2-2-3 0 0,4-14-6 0 0,-16 2-84 0 0,0 0 0 0 0,0 0 0 0 0,0 0 0 0 0,0-2 0 0 0,0 2 0 0 0,0 0 0 0 0,0 0 0 0 0,0 0 0 0 0,0 0 1 0 0,0 0-1 0 0,0 0 0 0 0,0 0 0 0 0,0 0 0 0 0,0 0 0 0 0,0-2 0 0 0,0 2 0 0 0,0 0 0 0 0,0 0 0 0 0,0 0 1 0 0,0-2-1 0 0,0 2 0 0 0,0 0 0 0 0,0 0 0 0 0,0 0 0 0 0,0-2 0 0 0,0 2 0 0 0,0 0 0 0 0,0 0 0 0 0,0 0 1 0 0,0 0-1 0 0,0-2 0 0 0,0 2 0 0 0,0 0 0 0 0,-12-10 32 0 0,-2 0 62 0 0,-2 4-5 0 0,-4 0-5 0 0,-6 6 0 0 0,0 0 13 0 0,-48 8 197 0 0,22-4 120 0 0,-82 22-1 0 0,108-20-291 0 0,4-2-32 0 0,4 2-7 0 0,2 0 1 0 0,4 2 0 0 0</inkml:trace>
  <inkml:trace contextRef="#ctx0" brushRef="#br0" timeOffset="137029.84">8551 7713 9830 0 0,'-10'8'46'0'0,"-2"-4"200"0"0,-4 2 102 0 0,-2-4-101 0 0,8-6-156 0 0,8-8 136 0 0,10 0 46 0 0,4-2 16 0 0,2 0-1 0 0,-2 4 1 0 0,2-2-1 0 0,2 2 1 0 0,-2 0-1 0 0,2 0 1 0 0,24-12-1 0 0,128-42 1956 0 0,-110 42-1439 0 0,88-22 898 0 0,-36 16-163 0 0,-84 20-1279 0 0,-4 0 51 0 0,-8 8-51 0 0,-24 4 0 0 0,-8 0 51 0 0,-4 0-51 0 0,0 0-16 0 0,-4 0-1 0 0</inkml:trace>
  <inkml:trace contextRef="#ctx0" brushRef="#br0" timeOffset="106106.69">12451 4941 9830 0 0,'-12'-8'46'0'0,"0"2"181"0"0,-6 0 46 0 0,10 2-140 0 0,0 2 0 0 0,0-4 1 0 0,0 4-1 0 0,0-4 0 0 0,2 2 0 0 0,-2 0 0 0 0,2-4 0 0 0,0 4 0 0 0,-2-2 0 0 0,2 0 0 0 0,0-2 1 0 0,0 2-1 0 0,0 0 0 0 0,-2-10 0 0 0,-8-4-176 0 0,-66-86 256 0 0,70 92-257 0 0,2 4 22 0 0,2-2-29 0 0,0 2 1 0 0,2 2 66 0 0,14 18 233 0 0,4 4-2 0 0,70 102 1665 0 0,-10-20-432 0 0,0-12-213 0 0,-62-70-1048 0 0,2-4-110 0 0,-4 0 109 0 0,0 0-125 0 0,-2 0 100 0 0,0 0 38 0 0,0 0-38 0 0,0 4-100 0 0,2 2 164 0 0,-4 2-10 0 0,0-2-15 0 0,0 0-39 0 0,-2-2-116 0 0,2-6 131 0 0,-2-20 88 0 0,0-2-87 0 0,2-4-201 0 0,4-54-910 0 0,6-2 0 0 0,2 2-1 0 0,28-78 1 0 0,-34 122 643 0 0,2 0-1 0 0,0 0 0 0 0,2 4 1 0 0,16-30-1 0 0,-18 38 149 0 0,-2 2 4 0 0,0 2 7 0 0,-2 4 47 0 0,2-4 188 0 0,-2 0 0 0 0,0 2-140 0 0,-2-2 91 0 0,-2 2-122 0 0,0 2 19 0 0,-8 16 47 0 0,-2 6 129 0 0,-30 56 625 0 0,-12 24 700 0 0,6 2 1 0 0,-54 166-1 0 0,92-248-1425 0 0,0-4 100 0 0,-4 4 36 0 0,6-2-124 0 0,-4 2 46 0 0,2-6-46 0 0,-10 0 137 0 0,-2-14 0 0 0,8-4-138 0 0,2-2 13 0 0,2 0-248 0 0,0 0 0 0 0,4 0 0 0 0,-6-20-1 0 0,-2-8-286 0 0,-26-54-498 0 0,26 78 727 0 0,4 2 14 0 0,0 2 0 0 0,0-4 0 0 0,0 2 34 0 0,2 6 160 0 0,4 20 93 0 0,-2 2-39 0 0,4 0 39 0 0,0 0-31 0 0,2 4 83 0 0,-2 0-5 0 0,2 2-7 0 0,0 4 7 0 0,0-4 24 0 0,-2 0-24 0 0,2-2-8 0 0,-4 0 9 0 0,4-2 4 0 0,-2 0-83 0 0,-6-8 58 0 0,-6-16 25 0 0,-8-20-401 0 0,0 0-1 0 0,-12-36 0 0 0,16 36-220 0 0,-4-2-1 0 0,-22-38 0 0 0,-6-6-364 0 0,38 62 782 0 0,-2 0-80 0 0,6 6 24 0 0,4 16 224 0 0,6 14 183 0 0,0 0 0 0 0,2-2 1 0 0,2 0-1 0 0,24 38 0 0 0,80 90 1234 0 0,-106-140-1351 0 0,0 4 6 0 0,-4-4-105 0 0,2-8 63 0 0,-8-16 26 0 0,-2 2-265 0 0,-2-2 0 0 0,2 4 0 0 0,-4-4 0 0 0,2 2 0 0 0,-2 0 0 0 0,0 0 0 0 0,-6-12 0 0 0,-4-2-272 0 0,-84-138-1558 0 0,90 148 1757 0 0,2 2 0 0 0,2 4 57 0 0,0-4 180 0 0,4 4-71 0 0,12 18 144 0 0,-2 4 24 0 0,-2 0-1 0 0,2 0 1 0 0,-2 0 0 0 0,10 26-1 0 0,0-2 194 0 0,80 162 1403 0 0,-88-182-1581 0 0,-2-4-10 0 0,0 0-25 0 0,2 0-64 0 0,-4-4 116 0 0,-10-14 0 0 0,-2-6-117 0 0,2-2 65 0 0,-18-56-542 0 0,14 42 34 0 0,0 2 0 0 0,0-2 0 0 0,-26-38 0 0 0,30 52 186 0 0,2-2 44 0 0,-2-2 91 0 0,4 0-104 0 0,2 2-82 0 0,2 4 1 0 0,0 12 242 0 0,-2-2 0 0 0,0 2 0 0 0,2 0 0 0 0,-2 0 1 0 0,0 0-1 0 0,2 2 0 0 0,-2-2 0 0 0,0 0 1 0 0,0 0-1 0 0,0 0 0 0 0,0 0 0 0 0,0 0 0 0 0,2 0 1 0 0,-2 0-1 0 0,0 0 0 0 0,0 2 0 0 0,2-2 1 0 0,-2 0-1 0 0,0 0 0 0 0,0 0 0 0 0,0 0 0 0 0,2 2 1 0 0,-2-2-1 0 0,0 0 0 0 0,0 0 0 0 0,0 0 0 0 0,2 0 1 0 0,2 10 78 0 0,0-2 1 0 0,2 2-1 0 0,-2 0 1 0 0,2 0 0 0 0,0 10-1 0 0,10 18 214 0 0,54 98 992 0 0,-62-120-1134 0 0,-4-2-9 0 0,0 0 0 0 0,-2 0 0 0 0,-8-2 0 0 0</inkml:trace>
  <inkml:trace contextRef="#ctx0" brushRef="#br0" timeOffset="108682.4">10191 11639 9830 0 0,'-14'10'273'0'0,"4"2"0"0"0,0 0 0 0 0,0 0 0 0 0,2 0-45 0 0,0 0-118 0 0,-2 0 193 0 0,2-6-11 0 0,4-16-19 0 0,6-8-53 0 0,4-4-210 0 0,-2 0-53 0 0,2 6 0 0 0,-4 6 7 0 0,-4 20 84 0 0,-16 38 654 0 0,-14 30 419 0 0,18-46-600 0 0,0 0 0 0 0,2 0 1 0 0,-8 38-1 0 0,34-158-277 0 0,-10 66-381 0 0,16-50-415 0 0,-16 56 513 0 0,-6 2-39 0 0,2 14 76 0 0,0 0 0 0 0,-2-2 0 0 0,2 2 0 0 0,0 0 0 0 0,0 0 0 0 0,0 0 0 0 0,0 0 0 0 0,0 2 0 0 0,-2-2 1 0 0,2 0-1 0 0,0 0 0 0 0,0 0 0 0 0,-2 0 0 0 0,2 0 0 0 0,0 0 0 0 0,0 0 0 0 0,-2 0 0 0 0,2 2 0 0 0,0-2 1 0 0,0 0-1 0 0,-2 0 0 0 0,2 0 0 0 0,0 2 0 0 0,0-2 0 0 0,-4 6 40 0 0,0-2 0 0 0,-2 2-1 0 0,4 0 1 0 0,-2 0 0 0 0,0 0 0 0 0,2 2 0 0 0,-6 8-1 0 0,-6 16 314 0 0,6-16-171 0 0,48-136-20 0 0,-36 104-261 0 0,-4 0 0 0 0,-10 12 60 0 0,0 12-12 0 0,-14 28 347 0 0,0 18 306 0 0,16-44-545 0 0,8-10-48 0 0,0 0 0 0 0,0 0 0 0 0,0 0 0 0 0,0 0 0 0 0,-2-2 0 0 0,2 2 0 0 0,0 0 0 0 0,0 0-1 0 0,0-2 1 0 0,-2 2 0 0 0,2 0 0 0 0,0 0 0 0 0,0-2 0 0 0,0 2 0 0 0,0 0 0 0 0,0-2 0 0 0,-2 2 0 0 0,2 0 0 0 0,0 0 0 0 0,0 0 0 0 0,0 0 0 0 0,0-2 0 0 0,0 2-1 0 0,0-8 65 0 0,0 0-1 0 0,0 2 1 0 0,2-2-1 0 0,0 0 0 0 0,-2 0 1 0 0,2 0-1 0 0,2-4 0 0 0,4-20-268 0 0,-4 14 61 0 0,-2 2 0 0 0,4 6 24 0 0,2 20 114 0 0,-6-4 38 0 0,2-4-1 0 0,-2 2 0 0 0,-2-2 1 0 0,2 4-1 0 0,0-4 0 0 0,0 2 0 0 0,0 0 1 0 0,-2 0-1 0 0,0 8 0 0 0,2-2 66 0 0,0 0 0 0 0,2 0 0 0 0,-4 0 0 0 0,10 14 0 0 0,-4-8-24 0 0,-6-16-75 0 0,0 0 1 0 0,0 0-1 0 0,0 0 0 0 0,0 2 1 0 0,0-2-1 0 0,0 0 0 0 0,0 0 1 0 0,0 0-1 0 0,0 2 0 0 0,0-2 1 0 0,2 0-1 0 0,-2 0 0 0 0,0 0 1 0 0,0 2-1 0 0,0-2 0 0 0,2 0 1 0 0,-2 0-1 0 0,0 0 0 0 0,0 0 1 0 0,2 0-1 0 0,-2 0 0 0 0,0 2 1 0 0,0-2-1 0 0,2 0 0 0 0,10-10 194 0 0,-8 6-179 0 0,-2 2-1 0 0,0-2 1 0 0,2 0-1 0 0,-4 2 1 0 0,4-2 0 0 0,-2 2-1 0 0,2-10 1 0 0,24-48-494 0 0,-22 46 281 0 0,0 2 56 0 0,0-2 87 0 0,-4 6-76 0 0,-6 18 0 0 0,-8 2 134 0 0,-4-4 150 0 0,2-2-7 0 0,-2-2-9 0 0,-2 0-1 0 0,0 0 25 0 0,-6-2 46 0 0,4 2-141 0 0,2-2 47 0 0,0 2 24 0 0,-4-2-1 0 0,2-2 1 0 0,20 0-136 0 0,0 0 0 0 0,0-2-1 0 0,-2 2 1 0 0,2 0 0 0 0,0 0 0 0 0,-2 0 0 0 0,2 0-1 0 0,0 0 1 0 0,0-2 0 0 0,-2 2 0 0 0,2 0 0 0 0,0 0 0 0 0,0-2-1 0 0,0 2 1 0 0,0 0 0 0 0,0 0 0 0 0,0 0 0 0 0,0 0 0 0 0,0 0-1 0 0,0 0 1 0 0,0-2 0 0 0,-2 2 0 0 0,2 0 0 0 0,0-2-1 0 0,0 2 1 0 0,6-12 152 0 0,4 2-92 0 0,6 0 91 0 0,4-2-69 0 0,2 4-206 0 0,2 0 167 0 0,0 0 66 0 0,-2 0 22 0 0,2-2-15 0 0,0 0 33 0 0,-4 0 31 0 0,0 4-61 0 0,-4-2-17 0 0,0 4-1 0 0,-8 0 18 0 0,-26 2 54 0 0,-8 0-46 0 0,6-2 3 0 0,-4 0-21 0 0,0 2-7 0 0,0 2-1 0 0,2-2 0 0 0,-2 4 0 0 0,0-2 1 0 0,8 2-19 0 0,30 2-31 0 0,10-2 120 0 0,2 0-49 0 0,2 0-21 0 0,-4-2 17 0 0,4 2 54 0 0,-2-2-54 0 0,-2 0-18 0 0,-2 2 1 0 0,-8 4-1 0 0,-18 6 0 0 0,-6-4 0 0 0,0 0 1 0 0,-8 0-1 0 0</inkml:trace>
  <inkml:trace contextRef="#ctx0" brushRef="#br0" timeOffset="110875.93">4215 10685 9830 0 0,'12'-8'273'0'0,"-6"-4"-45"0"0,2 0-185 0 0,0 2-52 0 0,-2-2 6 0 0,-10 2-5 0 0,-6 2-1 0 0,-2 0 46 0 0,-2 2 138 0 0,4 4-131 0 0,16 8 18 0 0,8 0 188 0 0,-8-2-126 0 0,2-2 1 0 0,-2 4 0 0 0,-2-4 0 0 0,2 4 0 0 0,0-2 0 0 0,0 0 0 0 0,-2 4 0 0 0,10 8 0 0 0,2 0 246 0 0,12 16 600 0 0,-2-2-1 0 0,36 52 1 0 0,-36-48-490 0 0,-14-26-242 0 0,-12-8-226 0 0,0 0 0 0 0,0 0 0 0 0,0 0 0 0 0,2 0 0 0 0,-2 0 0 0 0,0-2 0 0 0,2 2 0 0 0,-2 0 0 0 0,0 0 0 0 0,2 0 0 0 0,-2 0 0 0 0,0 0 0 0 0,0 0 0 0 0,2 0 0 0 0,-2-2 0 0 0,0 2 0 0 0,0 0 0 0 0,0-2 0 0 0,0 2 0 0 0,0 0 0 0 0,0 0 0 0 0,0-2 0 0 0,0 2 0 0 0,2 0 0 0 0,-2-2 0 0 0,0-2-10 0 0,2 0 0 0 0,-2-2 0 0 0,0 4 1 0 0,0-4-1 0 0,0 2 0 0 0,-2-2 1 0 0,2 2-1 0 0,-2 0 0 0 0,2 0 0 0 0,0 0 1 0 0,-2-2-1 0 0,-2-4 0 0 0,0 2-95 0 0,0 0-1 0 0,0-2 0 0 0,-2 0 1 0 0,-8-10-1 0 0,8 12 92 0 0,0 0 0 0 0,0 0 0 0 0,-2 2 0 0 0,2 2 0 0 0,-2-2 1 0 0,2 0-1 0 0,-2 0 0 0 0,0 2 0 0 0,0 0 0 0 0,-18-8 0 0 0,4 2-67 0 0,2 0 188 0 0,4 4 65 0 0,0 0 36 0 0,0 4-36 0 0,14 4-161 0 0,0-2-1 0 0,0 2 0 0 0,0-2 0 0 0,2 2 1 0 0,-2 0-1 0 0,0 0 0 0 0,0-2 0 0 0,0 2 0 0 0,2 2 1 0 0,0-2-1 0 0,-2-2 0 0 0,2 2 0 0 0,-2 0 0 0 0,2 2 1 0 0,-2-2-1 0 0,-10 42 283 0 0,8-32-184 0 0,-8 32 421 0 0,0 0 0 0 0,4 0 0 0 0,0 2 0 0 0,0 88 0 0 0,8-112-370 0 0,2-6 12 0 0,-2-16-177 0 0,0 0 0 0 0,0 2 0 0 0,0-2 0 0 0,2 0 0 0 0,-2 0 0 0 0,0 2 0 0 0,0-2 0 0 0,0 0 0 0 0,0 0 0 0 0,0 2 0 0 0,0-2 1 0 0,0 0-1 0 0,0 0 0 0 0,2 0 0 0 0,-2 2 0 0 0,0-2 0 0 0,0 0 0 0 0,0 0 0 0 0,0 0 0 0 0,0 0 0 0 0,0 0 0 0 0,0 0 0 0 0,0 0 0 0 0,2 0 0 0 0,-2 0 0 0 0,0 0 0 0 0,0 0 0 0 0,2 0 0 0 0,0 0 5 0 0,0 0 1 0 0,0 0-1 0 0,0 0 1 0 0,0 0-1 0 0,0-2 1 0 0,0 2-1 0 0,0-2 0 0 0,0 2 1 0 0,0-2-1 0 0,-2 0 1 0 0,2 2-1 0 0,0 0 0 0 0,0-2 1 0 0,0 0-1 0 0,-2 0 1 0 0,2 0-1 0 0,0 2 0 0 0,0-2 1 0 0,0-2-1 0 0,28-42-417 0 0,-20 30 225 0 0,22-38-777 0 0,36-76 0 0 0,-68 130 952 0 0,0 0 0 0 0,-2 0 0 0 0,2 0 1 0 0,0 0-1 0 0,0 0 0 0 0,0 0 0 0 0,0 0 1 0 0,0 0-1 0 0,0 0 0 0 0,0 0 1 0 0,-2 0-1 0 0,2 0 0 0 0,0 0 0 0 0,0 0 1 0 0,0 0-1 0 0,0 0 0 0 0,0 0 0 0 0,0 0 1 0 0,0 0-1 0 0,0 0 0 0 0,0 0 0 0 0,0 0 1 0 0,0 0-1 0 0,0 0 0 0 0,0 0 0 0 0,0 0 1 0 0,0 0-1 0 0,0-2 0 0 0,-2 2 1 0 0,2 0-1 0 0,0 0 0 0 0,0 0 0 0 0,0 0 1 0 0,0 0-1 0 0,0 0 0 0 0,0 0 0 0 0,0 0 1 0 0,0 0-1 0 0,0-2 0 0 0,0 2 0 0 0,0 0 1 0 0,0 0-1 0 0,0 0 0 0 0,0 0 1 0 0,0 0-1 0 0,0 0 0 0 0,0 0 0 0 0,0 0 1 0 0,0 0-1 0 0,0 0 0 0 0,0 0 0 0 0,0 0 1 0 0,0 0-1 0 0,0 0 0 0 0,0 0 0 0 0,0-2 1 0 0,0 2-1 0 0,0 0 0 0 0,0 0 0 0 0,0 0 1 0 0,0 0-1 0 0,0 0 0 0 0,0 0 1 0 0,0 0-1 0 0,0 0 0 0 0,0-2 0 0 0,0 2 1 0 0,2 0-1 0 0,-14 4-29 0 0,6 2 88 0 0,0 0 0 0 0,-2-2 0 0 0,4 4 0 0 0,-2-2 1 0 0,0 0-1 0 0,2 0 0 0 0,0 2 0 0 0,-2-2 0 0 0,-2 10 0 0 0,-4 8 158 0 0,-18 22 117 0 0,6-16-39 0 0,4 0 1 0 0,2 4-1 0 0,0-2 1 0 0,2 2-1 0 0,-16 46 1 0 0,32-70-133 0 0,0-8-152 0 0,0-2 1 0 0,0 0 0 0 0,0 0-1 0 0,0 2 1 0 0,0-2-1 0 0,0 0 1 0 0,0 2-1 0 0,0-2 1 0 0,0 0-1 0 0,0 0 1 0 0,0 2 0 0 0,0-2-1 0 0,0 0 1 0 0,2 0-1 0 0,-2 0 1 0 0,0 0-1 0 0,0 0 1 0 0,0 0-1 0 0,2 0 1 0 0,-2 0 0 0 0,0 2-1 0 0,0-2 1 0 0,2 0-1 0 0,12-6 147 0 0,6-12-351 0 0,0 0 1 0 0,0 0-1 0 0,26-36 1 0 0,36-36-1046 0 0,-74 84 941 0 0,-8 12 219 0 0,-6 10 169 0 0,-44 38 312 0 0,26-26 3 0 0,-32 38 0 0 0,68-72-198 0 0,12-12 19 0 0,116-112-1732 0 0,-126 118 1484 0 0,-14 12 28 0 0,0 0-1 0 0,2 0 1 0 0,-2 0-1 0 0,0 0 1 0 0,0 0-1 0 0,0 2 1 0 0,0-2-1 0 0,0 0 1 0 0,0 0-1 0 0,0 0 1 0 0,0 0-1 0 0,0 0 0 0 0,0 0 1 0 0,0 0-1 0 0,0 0 1 0 0,2 0-1 0 0,-2 2 1 0 0,0-2-1 0 0,0 0 1 0 0,0 0-1 0 0,0 0 1 0 0,0 0-1 0 0,0 0 1 0 0,0 0-1 0 0,0 0 1 0 0,0 0-1 0 0,0 0 1 0 0,0 0-1 0 0,0 0 1 0 0,2 2-1 0 0,-2-2 1 0 0,0 0-1 0 0,0 0 1 0 0,0 0-1 0 0,0 0 1 0 0,0 2-1 0 0,-2-2 1 0 0,2 0-1 0 0,0 0 1 0 0,0 0-1 0 0,0 2 1 0 0,-2 6 56 0 0,0 0 0 0 0,-2 0 1 0 0,2 2-1 0 0,-2-4 1 0 0,0 2-1 0 0,-2 0 0 0 0,2 0 1 0 0,-2-2-1 0 0,-6 8 1 0 0,-10 20 265 0 0,14-22-271 0 0,0 4 75 0 0,2-10 2 0 0,14-14 17 0 0,0-4-46 0 0,0 4-62 0 0,0 0 0 0 0,0 0 1 0 0,2 0-1 0 0,-2 0 0 0 0,22-10 1 0 0,-14 8 58 0 0,0 2-3 0 0,2 8-21 0 0,-18 0-74 0 0,0 0 0 0 0,2 0 0 0 0,-2 0 0 0 0,0 2 0 0 0,0-2 0 0 0,0 0 0 0 0,0 0 0 0 0,0 0 0 0 0,0 0 0 0 0,2 0 0 0 0,-2 0 1 0 0,0 0-1 0 0,0 0 0 0 0,0 0 0 0 0,0 0 0 0 0,0 0 0 0 0,0 2 0 0 0,0-2 0 0 0,0 0 0 0 0,0 0 0 0 0,0 0 0 0 0,0 2 0 0 0,0-2 0 0 0,0 0 0 0 0,0 0 0 0 0,0 0 0 0 0,0 2 0 0 0,0-2 0 0 0,0 0 0 0 0,0 0 0 0 0,0 0 0 0 0,0 0 0 0 0,0 2 0 0 0,0-2 0 0 0,-10 4 99 0 0,8-4-96 0 0,2 0-1 0 0,0 0 1 0 0,0 0 0 0 0,-2 0-1 0 0,2 0 1 0 0,0 0 0 0 0,0-2-1 0 0,0 2 1 0 0,0 0 0 0 0,0 0-1 0 0,0 0 1 0 0,-2 0 0 0 0,2-2 0 0 0,0 2-1 0 0,0 0 1 0 0,0 0 0 0 0,-2 0-1 0 0,2 0 1 0 0,0 0 0 0 0,0 0-1 0 0,0-2 1 0 0,0 2 0 0 0,0 0-1 0 0,-2 0 1 0 0,2-2 0 0 0,2-16 38 0 0,4 2-192 0 0,0-2-48 0 0,4 2-14 0 0,-2 0-8 0 0,-2 10 174 0 0,-6 20 46 0 0</inkml:trace>
  <inkml:trace contextRef="#ctx0" brushRef="#br0" timeOffset="114004.9">17089 12123 9830 0 0,'-10'-12'273'0'0,"4"-2"-47"0"0,4 2-142 0 0,-6-8 31 0 0,8 8-121 0 0,-4-4 0 0 0,0 4 0 0 0,0 0 0 0 0,-2-2 0 0 0,0 4 0 0 0,0-4 0 0 0,-10-12 0 0 0,14 20 34 0 0,-2 4-1 0 0,0-4 1 0 0,-2 4-1 0 0,4-2 1 0 0,-4 0 0 0 0,2 2-1 0 0,-2-2 1 0 0,-6-2-1 0 0,0 2 211 0 0,2 0 0 0 0,-2 0 0 0 0,2 0 0 0 0,-22 0 0 0 0,10 0 137 0 0,2 0-1 0 0,-28-8 1 0 0,-70-36 1286 0 0,100 42-1484 0 0,0-2 158 0 0,4 2-55 0 0,6 0-19 0 0,22 4 45 0 0,30 2 278 0 0,-36 0-519 0 0,2 4 28 0 0,4 0 138 0 0,2-2 0 0 0,-2 4 1 0 0,0-2-1 0 0,-2 0 0 0 0,4 4 0 0 0,12 6 0 0 0,74 54 1422 0 0,-6-4-156 0 0,-74-50-1166 0 0,-10-6-98 0 0,0-2 1 0 0,0 0-1 0 0,16 6 0 0 0,-6-4 101 0 0,2-8-35 0 0,-12-6-9 0 0,-6-8-185 0 0,-8 10-116 0 0,2 2-1 0 0,0-2 1 0 0,-2 2 0 0 0,0-2-1 0 0,2 0 1 0 0,-2 4-1 0 0,2-4 1 0 0,-2 0-1 0 0,0 4 1 0 0,0-4-1 0 0,0 0 1 0 0,2 4-1 0 0,-8-8 1 0 0,-32-30-624 0 0,26 28 403 0 0,-140-120-2170 0 0,86 76 1007 0 0,2-2-1 0 0,-66-74 1 0 0,124 118 1171 0 0,-2-4 128 0 0,10 16 89 0 0,0 0 0 0 0,0 0 0 0 0,0-2 0 0 0,0 2 0 0 0,0 0 0 0 0,0 0 0 0 0,0 0 0 0 0,0 0 0 0 0,-2 0 0 0 0,2-2-1 0 0,0 2 1 0 0,0 0 0 0 0,0 0 0 0 0,0-2 0 0 0,0 2 0 0 0,0 0 0 0 0,2 0 0 0 0,-2-2 0 0 0,0 2 0 0 0,0 0 0 0 0,0-2 0 0 0,0 2 0 0 0,0 0 0 0 0,0 0-1 0 0,0 0 1 0 0,0 0 0 0 0,2 0 0 0 0,14 0-161 0 0,-8 6 266 0 0,2-2 1 0 0,-2 2-1 0 0,0 2 1 0 0,0-2-1 0 0,0 0 0 0 0,0 2 1 0 0,8 8-1 0 0,10 12 203 0 0,144 140 1721 0 0,-136-138-1601 0 0,-120-118 272 0 0,6 2-1689 0 0,54 62 481 0 0,-26-36 1 0 0,38 40 346 0 0,6 8-30 0 0,8 12 191 0 0,0-2 0 0 0,0 2 0 0 0,0 0 0 0 0,0-2 0 0 0,0 2 0 0 0,0 0 0 0 0,0 0 0 0 0,0 0 0 0 0,0 0 0 0 0,0 0 0 0 0,2 0 0 0 0,-2-2 0 0 0,0 2-1 0 0,0 0 1 0 0,0 0 0 0 0,0-2 0 0 0,0 2 0 0 0,0 0 0 0 0,2 0 0 0 0,-2-2 0 0 0,0 2 0 0 0,0 0 0 0 0,0 0 0 0 0,0 0 0 0 0,0-2 0 0 0,0 2 0 0 0,0 0 0 0 0,2 0 0 0 0,-2 0 0 0 0,0 0 0 0 0,2 0 0 0 0,22 0-109 0 0,-10 6 238 0 0,0-2-1 0 0,0 2 0 0 0,-2 2 0 0 0,2-2 0 0 0,-2 2 1 0 0,12 8-1 0 0,68 58 718 0 0,-88-72-815 0 0,62 60 656 0 0,42 34 677 0 0,-94-86-1295 0 0,-2-6 108 0 0,-10-6-164 0 0,-2 2 1 0 0,0 0-1 0 0,0 0 0 0 0,0 0 0 0 0,0-2 1 0 0,0 2-1 0 0,0 0 0 0 0,0 0 0 0 0,0-2 1 0 0,0 2-1 0 0,0 0 0 0 0,0 0 0 0 0,0 0 1 0 0,0 0-1 0 0,0 0 0 0 0,0 0 0 0 0,0 0 1 0 0,0-2-1 0 0,0 2 0 0 0,0 0 0 0 0,0 0 1 0 0,0-2-1 0 0,0 2 0 0 0,0 0 0 0 0,0 0 1 0 0,-2 0-1 0 0,2-2 0 0 0,-8-8-95 0 0,0-4 0 0 0,0 4 0 0 0,-2 0 0 0 0,2-2-1 0 0,-2 2 1 0 0,-14-10 0 0 0,12 8-169 0 0,0 0-1 0 0,-2-2 0 0 0,-12-16 1 0 0,20 22 149 0 0,4 4 70 0 0,0 0 0 0 0,0 2 0 0 0,-2-2 0 0 0,4 2 1 0 0,-2-2-1 0 0,0 0 0 0 0,2 0 0 0 0,-2 0 0 0 0,0 2 0 0 0,2-2 1 0 0,0 0-1 0 0,0 0 0 0 0,0 2 0 0 0,0-8 0 0 0,0-12-154 0 0,0 14 105 0 0,-2 8 68 0 0,2 0 0 0 0,0-2 0 0 0,0 0 0 0 0,2 0 0 0 0,-2 0 0 0 0,0 2 0 0 0,0-2 0 0 0,0 2 0 0 0,0-2 1 0 0,0 0-1 0 0,0 0 0 0 0,0 2 0 0 0,2 0 0 0 0,-2-2 0 0 0,2 0 0 0 0,-2 0 0 0 0,2 2 0 0 0,-2-2 0 0 0,2 2 0 0 0,-2 0 0 0 0,0-2 0 0 0,4 0 0 0 0,10-12-118 0 0,8 0 230 0 0,2 8 108 0 0,2 4 39 0 0,4 2-55 0 0,0 6 56 0 0,0-4-41 0 0,-2 4-51 0 0,-4-4-10 0 0,-2 0 23 0 0,-2-4 69 0 0,-6-10-91 0 0,-6-4-84 0 0,-2-4 47 0 0,-6 2-214 0 0,0-2-60 0 0,-2 2-12 0 0,-2 2-7 0 0,2 2 121 0 0,-6 6-73 0 0,-10 12 27 0 0,14-2 155 0 0,-2 2 0 0 0,2 0 0 0 0,0-2 1 0 0,0 2-1 0 0,0 0 0 0 0,0 2 0 0 0,0-4 0 0 0,-6 12 0 0 0,-22 42 383 0 0,24-40-279 0 0,-4 2-1 0 0,6-8-45 0 0,0 0-1 0 0,0 0 1 0 0,2-2 0 0 0,0 4 0 0 0,-4 12 0 0 0,6-16 31 0 0,16-14 4 0 0,-8 0-186 0 0,0-2 0 0 0,0 0-1 0 0,0 0 1 0 0,-2 0 0 0 0,2 2 0 0 0,-4-4 0 0 0,8-8 0 0 0,18-32-625 0 0,4-4 126 0 0,-22 40 351 0 0,0 10 65 0 0,-6 18 206 0 0,-4 10 105 0 0,0 2 0 0 0,-2-2 1 0 0,-2 0-1 0 0,2 2 0 0 0,-12 24 1 0 0,-4 34 307 0 0,8-28-135 0 0,-12 90 513 0 0,22-128-759 0 0,0-16-96 0 0,0-2 1 0 0,0 0-1 0 0,0 2 1 0 0,0-2-1 0 0,0 2 1 0 0,0-2-1 0 0,0 0 1 0 0,0 2-1 0 0,0-2 1 0 0,0 0-1 0 0,0 0 1 0 0,0 0-1 0 0,0 2 1 0 0,2-2-1 0 0,-2 0 1 0 0,0 2-1 0 0,0-2 1 0 0,0 0-1 0 0,2 2 1 0 0,-2-2-1 0 0,2 2 1 0 0,-2-2 0 0 0,2 0 0 0 0,-2 0 0 0 0,0 0 0 0 0,0 0 0 0 0,0 0 1 0 0,2 0-1 0 0,-2 0 0 0 0,0 0 0 0 0,2-2 0 0 0,-2 2 0 0 0,2 0 0 0 0,-2 0 1 0 0,0 0-1 0 0,2 0 0 0 0,-2 0 0 0 0,0-2 0 0 0,0 2 0 0 0,0 0 0 0 0,0 0 1 0 0,2-2-1 0 0,8-12 148 0 0,-4-2-283 0 0,0 2 0 0 0,-2-2 0 0 0,0 0 0 0 0,4-20 0 0 0,-2 6-492 0 0,12-44 0 0 0,-10 62 446 0 0,-8 12 171 0 0,0 0 0 0 0,0 0 0 0 0,0 0 1 0 0,0 0-1 0 0,0 0 0 0 0,0 0 0 0 0,0 0 0 0 0,0 2 1 0 0,0-2-1 0 0,0 0 0 0 0,0 0 0 0 0,2 0 1 0 0,-2 0-1 0 0,0 0 0 0 0,0 0 0 0 0,0 0 1 0 0,0 0-1 0 0,0 0 0 0 0,0 0 0 0 0,2 0 0 0 0,-2 0 1 0 0,0 0-1 0 0,0 0 0 0 0,0 0 0 0 0,0 0 1 0 0,0 0-1 0 0,0 0 0 0 0,0 2 0 0 0,0-2 1 0 0,0 0-1 0 0,0 0 0 0 0,0 0 0 0 0,0 0 1 0 0,0 2-1 0 0,0-2 0 0 0,0 0 0 0 0,0 0 0 0 0,0 0 1 0 0,0 0-1 0 0,0 0 0 0 0,0 2 0 0 0,0 8 72 0 0,0 4 0 0 0,-2-4 0 0 0,0 2 0 0 0,2 0 0 0 0,-4 0 0 0 0,0 0-1 0 0,-4 14 1 0 0,-4 12 141 0 0,-22 82 456 0 0,30-102-534 0 0,4-6-14 0 0,6-24 14 0 0,4-8-100 0 0,-10 18-28 0 0,6-44-347 0 0,-2 26 85 0 0,2 2 42 0 0,-2 2 48 0 0,4 8 101 0 0,6 12-67 0 0,-6 8 122 0 0,-6 0 115 0 0,0 2-4 0 0,-4 4-6 0 0,0 0 0 0 0,-2 0-1 0 0,0-6-14 0 0,0 2-47 0 0,-2 0 53 0 0,0 0 19 0 0,0-2-65 0 0,0 2 39 0 0,2-2 16 0 0,-4 2 0 0 0,0 0-1 0 0</inkml:trace>
  <inkml:trace contextRef="#ctx0" brushRef="#br0" timeOffset="116954.05">22617 11325 9830 0 0,'4'-12'0'0'0,"2"-2"0"0"0,2 2 0 0 0,2 4 0 0 0,0 4 0 0 0,6 10 64 0 0,-4 0 239 0 0,6 4-56 0 0,-2-4-137 0 0,0 2 171 0 0,-2-2 1 0 0,0 4 0 0 0,0-2 0 0 0,0 2 0 0 0,0 2-1 0 0,14 12 1 0 0,12 10 640 0 0,-26-22-738 0 0,-4-4 37 0 0,-2 0 0 0 0,4-2 0 0 0,-2 0 0 0 0,16 8 0 0 0,-10-6 127 0 0,0 0-102 0 0,-4 0-136 0 0,2 4 193 0 0,-4 0-11 0 0,-4-2-19 0 0,2 2 0 0 0,0-2-45 0 0,2 0-118 0 0,-2-2 147 0 0,0 0-147 0 0,2 2 118 0 0,0-6-1 0 0,-2-12-136 0 0,-8-2 137 0 0,-8-4 45 0 0,0-2-70 0 0,-10-20-635 0 0,0-2 0 0 0,0 0 0 0 0,4-2 0 0 0,-18-72 0 0 0,28 88 240 0 0,-2 4-46 0 0,0 0-1 0 0,0 0 1 0 0,-18-34 0 0 0,18 40 92 0 0,0 0 24 0 0,4 2 73 0 0,0-2-73 0 0,4 0 0 0 0,2 4 74 0 0,6 4-50 0 0,-4 14 106 0 0,-2 6 122 0 0,4 10 176 0 0,-2 0-1 0 0,-2 0 1 0 0,0 0-1 0 0,-2 26 1 0 0,6 26 414 0 0,4 32 269 0 0,-10-92-794 0 0,0-2-32 0 0,-2-4-130 0 0,-4-20-1 0 0,-8-20 65 0 0,-44-108-789 0 0,52 120 479 0 0,0-2 1 0 0,0 2 0 0 0,0-2 0 0 0,2-40-1 0 0,2 46 164 0 0,-2-4-75 0 0,0 2-25 0 0,0 6 0 0 0,-2 16 65 0 0,0 10 239 0 0,2-2 1 0 0,0 2-1 0 0,0 0 1 0 0,2 0-1 0 0,0-2 0 0 0,4 26 1 0 0,20 96 965 0 0,-12-74-644 0 0,-10-46-347 0 0,16 46 559 0 0,-12-44-520 0 0,-2-6 1 0 0,4 0-1 0 0,-2-2-28 0 0,-2-2-112 0 0,-6-16-1 0 0,-2-4 85 0 0,-2 0-45 0 0,0 0 62 0 0,-4 0-242 0 0,2 0-69 0 0,-6 0 47 0 0,0 0 188 0 0,-2 0 47 0 0,-2 2 7 0 0,-2-2 21 0 0,2 4-15 0 0,0 0 15 0 0,0 4-21 0 0,0-2-7 0 0,-4 4 0 0 0,-2-2 0 0 0,0 4 0 0 0,2 2 0 0 0,-2 2-1 0 0,6 2 1 0 0,2-2 7 0 0,0 2 4 0 0,0 0-71 0 0,-2-2 43 0 0,0 2 24 0 0,0 2 21 0 0,10-4-22 0 0,22-8 1 0 0,2-4 21 0 0,-6 0-38 0 0,4 2-50 0 0,0 2 71 0 0,6-2-4 0 0,0 0-8 0 0,0 2 1 0 0,-4-2 0 0 0,2 0 0 0 0,4 0 0 0 0,-6 2 7 0 0,6-2 21 0 0,-2 4-21 0 0,2 0-7 0 0,0 0-1 0 0,-8 0 1 0 0,-28 0 0 0 0</inkml:trace>
  <inkml:trace contextRef="#ctx0" brushRef="#br0" timeOffset="117222.45">22831 11339 9830 0 0,'0'-14'46'0'0,"-8"0"135"0"0,0 0-139 0 0,2 2-1 0 0,-4-2 135 0 0,4 4-137 0 0,0-2-42 0 0,0 0-6 0 0,0 0 6 0 0,0 0-5 0 0,4-4 1 0 0,6 0 4 0 0,2 2-5 0 0,0 2-2 0 0,2-2 8 0 0</inkml:trace>
  <inkml:trace contextRef="#ctx0" brushRef="#br0" timeOffset="118955.49">14535 8453 9830 0 0,'0'16'228'0'0,"0"0"-137"0"0,2 0 136 0 0,4-4 46 0 0,4-2 0 0 0,0 0-45 0 0,-4 0-137 0 0,6-2 155 0 0,4-4 103 0 0,-4-10-57 0 0,-6-2 0 0 0,-14-2 56 0 0,-8 0-56 0 0,0 0-19 0 0,0 0 19 0 0,2-6 11 0 0,-2 2-255 0 0,-40-44-326 0 0,52 54 246 0 0,-24-14-104 0 0,10 8 114 0 0,-2-2 202 0 0,0 4 92 0 0,2 2-45 0 0,2 0-15 0 0,0 4 1 0 0,2 4-1 0 0,14-2-205 0 0,0 2-1 0 0,0-2 0 0 0,0 0 0 0 0,0 0 1 0 0,0 0-1 0 0,0 0 0 0 0,0 2 0 0 0,0-2 1 0 0,0 0-1 0 0,0 0 0 0 0,0 0 0 0 0,0 0 1 0 0,0 2-1 0 0,0-2 0 0 0,0 0 0 0 0,0 0 1 0 0,0 0-1 0 0,0 0 0 0 0,0 2 0 0 0,0-2 1 0 0,0 0-1 0 0,0 0 0 0 0,0 0 0 0 0,0 0 1 0 0,0 0-1 0 0,0 0 0 0 0,0 0 0 0 0,2 0 1 0 0,-2 0-1 0 0,0 0 0 0 0,0 0 0 0 0,0 0 1 0 0,2 0-1 0 0,10 8 206 0 0,2 2 1 0 0,-4 0 0 0 0,-2 4-1 0 0,-2 4 1 0 0</inkml:trace>
  <inkml:trace contextRef="#ctx0" brushRef="#br0" timeOffset="119941.21">14467 8181 9830 0 0,'-18'2'273'0'0,"0"2"0"0"0,-2-2 0 0 0,2 4 0 0 0,8 2 0 0 0,12 6-45 0 0,10-2-118 0 0,-2 0 147 0 0,4-2-128 0 0,4 2 174 0 0,0 0 8 0 0,2 0 37 0 0,-2 2-37 0 0,4-2 56 0 0,-2 2 1 0 0,0-2-58 0 0,-4 0-7 0 0,-2 0-174 0 0,-2-2 174 0 0,2 0-11 0 0,0-4-19 0 0,0 2 0 0 0,2 0 0 0 0,0 0 0 0 0,-2-4 0 0 0,-4 4 0 0 0,0 4 0 0 0,2 2 0 0 0,-2-4 0 0 0,0 0 0 0 0,2 2 19 0 0,-4-2 11 0 0,0 0-193 0 0,-8 6 137 0 0,-8-2 55 0 0,0-2-237 0 0</inkml:trace>
  <inkml:trace contextRef="#ctx0" brushRef="#br0" timeOffset="120483.19">14337 8315 9830 0 0,'14'8'367'0'0,"0"-2"-75"0"0,6-4-19 0 0,4-2 0 0 0,2 2 0 0 0,-4 2 19 0 0,-4 4 57 0 0,2 2-57 0 0,-2-2 0 0 0,-2 2 11 0 0,0-4-175 0 0,-2 0 175 0 0,2 2-56 0 0,-2-2-137 0 0,-8 6 211 0 0</inkml:trace>
  <inkml:trace contextRef="#ctx0" brushRef="#br0" timeOffset="120862.4">14357 8297 9830 0 0,'16'8'367'0'0,"4"0"-75"0"0,0-2 0 0 0,2 0 57 0 0,-2 6-39 0 0,0 0 39 0 0,0 4-38 0 0,-4 0 37 0 0,-2 0-37 0 0,-4-4-8 0 0,4 0-174 0 0,-2-4 174 0 0,6 0-12 0 0,-2-2-18 0 0,-4 2 1 0 0</inkml:trace>
  <inkml:trace contextRef="#ctx0" brushRef="#br0" timeOffset="-152863.95">2703 10675 9830 0 0,'-4'-10'46'0'0,"0"-2"135"0"0,2 4-94 0 0,16 14 155 0 0,-2 4 100 0 0,-4-2-136 0 0,0 2-1 0 0,0 2 1 0 0,0-2-1 0 0,-2 0 1 0 0,-2 2-1 0 0,2-2 0 0 0,0 2 1 0 0,-4 0-1 0 0,4 0 1 0 0,-4 0-1 0 0,6 20 0 0 0,-4 16 907 0 0,0 82 0 0 0,-4-44 36 0 0,2-70-1058 0 0,-2 4 133 0 0,0 0 46 0 0,0-4 0 0 0,0 0 18 0 0,2 0 11 0 0,-2-2-190 0 0,4-4 71 0 0,4-14-90 0 0,-2-8 154 0 0,-4-4 55 0 0,2 4-260 0 0,-2-2-166 0 0,-2-2-24 0 0,6-38-222 0 0,-2 22 83 0 0,-4 0 1 0 0,0-34-1 0 0,0 42 37 0 0,0 2 76 0 0,-4-2 26 0 0,2 6-1 0 0,0-2 26 0 0,-2 2 66 0 0,0 2-108 0 0,0-4 6 0 0,0 2 10 0 0,0 0 0 0 0,-2 0-10 0 0,0-4-31 0 0,0 2 31 0 0,0 0 10 0 0,0 2 1 0 0,0 0-1 0 0,0 4 1 0 0,0 0 57 0 0,2 0 185 0 0,-4 4-113 0 0,0-4-10 0 0,2 2-58 0 0,0-2 16 0 0,-2 4 48 0 0,0 2-42 0 0,-2-2 0 0 0,0 4 89 0 0,2 12 145 0 0,0 6 33 0 0,2 4 0 0 0</inkml:trace>
  <inkml:trace contextRef="#ctx0" brushRef="#br0" timeOffset="-149541.45">8879 10995 9830 0 0,'8'-34'0'0'0,"2"-2"0"0"0,2 4 0 0 0,0 0 0 0 0,26-48 0 0 0,-30 72 0 0 0,-8 8 3 0 0,0 0 1 0 0,2-2-1 0 0,-2 2 1 0 0,0 0-1 0 0,0 0 0 0 0,2 0 1 0 0,-2 0-1 0 0,0 0 1 0 0,2 0-1 0 0,-2 0 0 0 0,0 2 1 0 0,0-2-1 0 0,2 0 1 0 0,-2 0-1 0 0,0 0 0 0 0,0 0 1 0 0,0 0-1 0 0,0 0 1 0 0,0 0-1 0 0,0 0 0 0 0,2 0 1 0 0,-2 0-1 0 0,0 0 1 0 0,0 0-1 0 0,2 2 0 0 0,-2-2 1 0 0,0 0-1 0 0,0 0 0 0 0,0 2 1 0 0,2 2 61 0 0,-2-2 0 0 0,2 4 1 0 0,-2-4-1 0 0,0 4 0 0 0,0-4 1 0 0,0 2-1 0 0,0 0 0 0 0,0 0 1 0 0,-2 0-1 0 0,2 0 0 0 0,-2-2 1 0 0,0 6-1 0 0,-18 50 741 0 0,-2 0 463 0 0,-36 66 1 0 0,44-102-834 0 0,0 0 0 0 0,0-2 0 0 0,0 2-1 0 0,-4-2 1 0 0,-30 30 0 0 0,44-46-317 0 0,-4 2 0 0 0,4-2 0 0 0,-2 2 0 0 0,0-4-1 0 0,-2 4 1 0 0,2-4 0 0 0,-12 6 0 0 0,-2-4 248 0 0,16-4-302 0 0,0 0-1 0 0,0-2 0 0 0,0 2 0 0 0,0 0 0 0 0,2-2 0 0 0,-4 0 1 0 0,4 2-1 0 0,-2 0 0 0 0,2-2 0 0 0,-2 0 0 0 0,0 0 0 0 0,0 0 1 0 0,-2-4-1 0 0,-8-4 264 0 0,4 0 0 0 0,-2-2 0 0 0,-10-12 0 0 0,10 8-431 0 0,0 2 101 0 0,0 2-97 0 0,4 4 30 0 0,2 0-65 0 0,6 14 135 0 0,4 12 60 0 0,86 180 1149 0 0,14 36 48 0 0,-82-178-826 0 0,-4 2 0 0 0,18 74 0 0 0,-34-114-288 0 0,0-2 0 0 0,0 26-1 0 0,-2-8 71 0 0</inkml:trace>
  <inkml:trace contextRef="#ctx0" brushRef="#br0" timeOffset="-147772.49">16055 11109 9830 0 0,'8'-8'0'0'0,"2"-4"46"0"0,0 2 135 0 0,0 2-94 0 0,0 0 91 0 0,0 6-88 0 0,-4 10 134 0 0,-6-6-170 0 0,0 2 0 0 0,0-2 0 0 0,0 0 0 0 0,0 2 0 0 0,0-2 0 0 0,0 2 0 0 0,0 0 0 0 0,0-2 0 0 0,0 2 0 0 0,-2-2 0 0 0,2 0 0 0 0,-2 4 0 0 0,-2 8 161 0 0,-4 18 351 0 0,0 2 0 0 0,0-2 0 0 0,-18 32 0 0 0,18-46-195 0 0,-2 2 0 0 0,0-2 0 0 0,0 2 0 0 0,-4-2 1 0 0,-24 30-1 0 0,36-44-301 0 0,0-2-55 0 0,2-2-1 0 0,0 2 1 0 0,0 0-1 0 0,-2-2 1 0 0,2 0-1 0 0,-2 0 1 0 0,0 2 0 0 0,2-2-1 0 0,-2 2 1 0 0,2-2-1 0 0,-2 2 1 0 0,2-2-1 0 0,-2 2 1 0 0,0-2-1 0 0,0 0 1 0 0,2 0-1 0 0,0 0 1 0 0,-2 0 0 0 0,-2 0-1 0 0,-16 6 255 0 0,18-6-230 0 0,-2 0 0 0 0,4 0 0 0 0,-4 0 1 0 0,2-2-1 0 0,0 2 0 0 0,0-2 0 0 0,0 2 0 0 0,0-2 1 0 0,0 2-1 0 0,0 0 0 0 0,0-2 0 0 0,0 2 1 0 0,0-2-1 0 0,0 0 0 0 0,0 0 0 0 0,0 2 0 0 0,0-2 1 0 0,0-4-1 0 0,-2 4-16 0 0,2-4 1 0 0,-2 2-1 0 0,2 0 1 0 0,0-2-1 0 0,0 2 1 0 0,0-2-1 0 0,-2-8 1 0 0,0-4-180 0 0,0 2 0 0 0,4-4 0 0 0,-2-26 0 0 0,8-104-798 0 0,-10 142 725 0 0,-2 14 203 0 0,-4 16 250 0 0,-10 22 588 0 0,-44 76 1 0 0,52-104-622 0 0,2 0 0 0 0,-2 0-1 0 0,0 0 1 0 0,-2-2 0 0 0,0 0 0 0 0,0-2 0 0 0,-22 18-1 0 0,32-26-118 0 0,0 2-10 0 0,-24 2 213 0 0,0-4-72 0 0,26-4-162 0 0,-4 0 1 0 0,4-2-1 0 0,-2 2 0 0 0,0 0 0 0 0,0-2 1 0 0,2 2-1 0 0,-2 0 0 0 0,0-2 1 0 0,0 0-1 0 0,0 0 0 0 0,2 0 1 0 0,-2 0-1 0 0,-4-4 0 0 0,-2-4-52 0 0,-2-2 0 0 0,-14-18 1 0 0,18 20-156 0 0,-2-4-26 0 0,0 2-6 0 0,0 0 126 0 0,2 0-78 0 0,0 2-29 0 0,24 72 518 0 0,36 82 492 0 0,68 220 1411 0 0,-112-324-1987 0 0,-8-20-138 0 0</inkml:trace>
  <inkml:trace contextRef="#ctx0" brushRef="#br0" timeOffset="-145084.95">23765 10295 9830 0 0,'52'-58'0'0'0,"-38"46"0"0"0,-14 12 2 0 0,0 0 0 0 0,0 0 0 0 0,0 0-1 0 0,0 0 1 0 0,0-2 0 0 0,0 2 0 0 0,0 0 0 0 0,0 0 0 0 0,0 0-1 0 0,0 0 1 0 0,2 0 0 0 0,-2 0 0 0 0,0 0 0 0 0,0-2 0 0 0,0 2 0 0 0,2 0-1 0 0,-2 0 1 0 0,0 0 0 0 0,0 0 0 0 0,0 0 0 0 0,2 0 0 0 0,-2 0-1 0 0,0 0 1 0 0,0 0 0 0 0,2 0 0 0 0,-2 0 0 0 0,0 0 0 0 0,0 0-1 0 0,0 0 1 0 0,0 2 0 0 0,0-2 0 0 0,0 0 0 0 0,0 0 0 0 0,2 0-1 0 0,-4 6 97 0 0,2 0-1 0 0,0 0 0 0 0,-2 0 0 0 0,0 0 1 0 0,0 0-1 0 0,0-2 0 0 0,2 2 0 0 0,-4 0 0 0 0,-2 4 1 0 0,0 2 135 0 0,-2 8 68 0 0,-16 34 711 0 0,2 0 0 0 0,2 2 0 0 0,-16 74 0 0 0,34-112-678 0 0,0 0 1 0 0,0 4 0 0 0,0-4 0 0 0,2 2 0 0 0,6 36-1 0 0,-6-44-134 0 0,4 2 0 0 0,0-2 0 0 0,0 0 0 0 0,0 0 0 0 0,2 0-1 0 0,-2 0 1 0 0,2 0 0 0 0,2-2 0 0 0,14 20 0 0 0,-18-22-91 0 0,2-4 1 0 0,0 2-1 0 0,-2 0 1 0 0,2-2-1 0 0,2 0 1 0 0,-2 2-1 0 0,0-2 0 0 0,0 0 1 0 0,2 0-1 0 0,8 2 1 0 0,4 2 174 0 0,6-6 233 0 0,-2-4-113 0 0,-8-6-157 0 0,-8 0-137 0 0,-18-4 192 0 0,-14 4-10 0 0,8 6-16 0 0,-2 0 0 0 0,0 0 0 0 0,0 2 0 0 0,2 0 0 0 0,-2 2 0 0 0,-20 0 0 0 0,26 2-113 0 0,0-2 0 0 0,-2 0 0 0 0,2 4 0 0 0,0-4-1 0 0,0 4 1 0 0,0 0 0 0 0,0-2 0 0 0,-20 16 0 0 0,20-10-163 0 0,0 6 0 0 0,2-2 0 0 0,2-2 0 0 0,0 0 0 0 0,0 0 0 0 0,0-2 0 0 0,-4-2 0 0 0,-4-4 0 0 0,16-4 0 0 0,0 0 0 0 0,0 0 0 0 0,0 0 0 0 0,0 0 0 0 0,-2 0 0 0 0,2 0 0 0 0,0 0 0 0 0,-2 0 0 0 0,2 0 0 0 0,0 0 0 0 0,0 0 0 0 0,-2 0 0 0 0,2 0 0 0 0,0 0 0 0 0,0 0 0 0 0,-2 0 0 0 0,2 0 0 0 0,0 0 0 0 0,0 0 0 0 0,0 0 0 0 0,0 2 0 0 0,0-2 0 0 0,0 0 0 0 0,0 0 0 0 0,-2 0 0 0 0,2 2 0 0 0,0-2 0 0 0,0 0 0 0 0,0 0 0 0 0,0 2 0 0 0,-2-2 0 0 0,2 0 0 0 0,0 0 0 0 0,0 2 0 0 0,0-2 0 0 0,0 0 0 0 0,0 0 0 0 0,0 0 0 0 0,0 0 0 0 0,0 0 0 0 0,0 2 0 0 0,0-2 0 0 0,0 0 0 0 0,0 0 0 0 0,0 2 0 0 0,0-2 0 0 0,0 0 0 0 0,0 0 0 0 0,0 2 0 0 0,0-2 0 0 0,0 0 0 0 0,0 2 0 0 0,2-2 0 0 0,-2 0 0 0 0,0 0 0 0 0,16 24 0 0 0,-14-20 0 0 0,54 72 0 0 0,-24-38 0 0 0,-4 2 0 0 0,-2 0 0 0 0,0 0 0 0 0,18 50 0 0 0,-40-78 0 0 0,2 0 0 0 0,-4 0 0 0 0,2 0 0 0 0,-2 2 0 0 0,0 22 0 0 0,-2-20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customXml" Target="../ink/ink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github.com/alznvd6/SMART_FACTORY/"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8" name="Picture 7"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237627" y="2462648"/>
            <a:ext cx="11715750" cy="958596"/>
          </a:xfrm>
          <a:prstGeom prst="rect">
            <a:avLst/>
          </a:prstGeom>
          <a:noFill/>
        </p:spPr>
        <p:txBody>
          <a:bodyPr wrap="square" lIns="0" tIns="0" rIns="0" bIns="0" anchor="t">
            <a:spAutoFit/>
          </a:bodyPr>
          <a:lstStyle/>
          <a:p>
            <a:pPr algn="ctr" rtl="1">
              <a:lnSpc>
                <a:spcPts val="4095"/>
              </a:lnSpc>
            </a:pPr>
            <a:r>
              <a:rPr lang="fa-IR" sz="4400" b="0" i="0" u="none" dirty="0">
                <a:solidFill>
                  <a:srgbClr val="2B4C31"/>
                </a:solidFill>
                <a:latin typeface="IBM Plex Sans Arabic Medium" panose="020B0603050203000203" pitchFamily="34" charset="-78"/>
                <a:cs typeface="IBM Plex Sans Arabic Medium" panose="020B0603050203000203" pitchFamily="34" charset="-78"/>
              </a:rPr>
              <a:t>کارخانه هوشمند</a:t>
            </a:r>
            <a:r>
              <a:rPr lang="fa-IR" sz="1050" b="0" i="0" u="none" dirty="0">
                <a:solidFill>
                  <a:srgbClr val="2B4C31"/>
                </a:solidFill>
                <a:latin typeface="IBM Plex Sans Arabic Medium" panose="020B0603050203000203" pitchFamily="34" charset="-78"/>
                <a:cs typeface="IBM Plex Sans Arabic Medium" panose="020B0603050203000203" pitchFamily="34" charset="-78"/>
              </a:rPr>
              <a:t>  </a:t>
            </a:r>
            <a:r>
              <a:rPr lang="fa-IR" sz="1000" b="0" i="0" u="none" dirty="0">
                <a:solidFill>
                  <a:srgbClr val="2B4C31"/>
                </a:solidFill>
                <a:latin typeface="IBM Plex Sans Arabic Medium" panose="020B0603050203000203" pitchFamily="34" charset="-78"/>
                <a:cs typeface="IBM Plex Sans Arabic Medium" panose="020B0603050203000203" pitchFamily="34" charset="-78"/>
              </a:rPr>
              <a:t>طراحی و شبیه‌سازی سیستم‌یکپارچه هوشمند صنعتی</a:t>
            </a:r>
          </a:p>
          <a:p>
            <a:pPr algn="ctr" rtl="1">
              <a:lnSpc>
                <a:spcPts val="4095"/>
              </a:lnSpc>
            </a:pPr>
            <a:r>
              <a:rPr lang="fa-IR" sz="1000" b="0" i="0" u="none" dirty="0">
                <a:solidFill>
                  <a:srgbClr val="2B4C31"/>
                </a:solidFill>
                <a:latin typeface="IBM Plex Sans Arabic Medium" panose="020B0603050203000203" pitchFamily="34" charset="-78"/>
                <a:cs typeface="IBM Plex Sans Arabic Medium" panose="020B0603050203000203" pitchFamily="34" charset="-78"/>
              </a:rPr>
              <a:t> پایش بلادرنگ، ایمنی و مدیریت نیروی انسانی توسط برد </a:t>
            </a:r>
            <a:r>
              <a:rPr lang="en-US" sz="1000" b="0" i="0" u="none" dirty="0">
                <a:solidFill>
                  <a:srgbClr val="2B4C31"/>
                </a:solidFill>
                <a:latin typeface="IBM Plex Sans Arabic Medium" panose="020B0603050203000203" pitchFamily="34" charset="-78"/>
                <a:cs typeface="IBM Plex Sans Arabic Medium" panose="020B0603050203000203" pitchFamily="34" charset="-78"/>
              </a:rPr>
              <a:t>stm32f103c8</a:t>
            </a:r>
            <a:endParaRPr lang="fa-IR" sz="4000" b="0" i="0" u="none" dirty="0">
              <a:solidFill>
                <a:srgbClr val="2B4C31"/>
              </a:solidFill>
              <a:latin typeface="IBM Plex Sans Arabic Medium" panose="020B0603050203000203" pitchFamily="34" charset="-78"/>
              <a:cs typeface="IBM Plex Sans Arabic Medium" panose="020B0603050203000203" pitchFamily="34" charset="-78"/>
            </a:endParaRPr>
          </a:p>
        </p:txBody>
      </p:sp>
      <p:sp>
        <p:nvSpPr>
          <p:cNvPr id="14" name="TextBox 13"/>
          <p:cNvSpPr txBox="1"/>
          <p:nvPr/>
        </p:nvSpPr>
        <p:spPr>
          <a:xfrm>
            <a:off x="8432900" y="4955010"/>
            <a:ext cx="3282850" cy="184666"/>
          </a:xfrm>
          <a:prstGeom prst="rect">
            <a:avLst/>
          </a:prstGeom>
          <a:noFill/>
        </p:spPr>
        <p:txBody>
          <a:bodyPr wrap="square" lIns="0" tIns="0" rIns="0" bIns="0" anchor="t">
            <a:spAutoFit/>
          </a:bodyPr>
          <a:lstStyle/>
          <a:p>
            <a:pPr algn="r"/>
            <a:r>
              <a:rPr lang="fa-IR" sz="1200" b="1" dirty="0">
                <a:solidFill>
                  <a:srgbClr val="598561"/>
                </a:solidFill>
                <a:latin typeface="IBM Plex Sans Arabic Medium" panose="020B0603050203000203" pitchFamily="34" charset="-78"/>
                <a:cs typeface="IBM Plex Sans Arabic Medium" panose="020B0603050203000203" pitchFamily="34" charset="-78"/>
              </a:rPr>
              <a:t>تیم پروژه</a:t>
            </a:r>
            <a:endParaRPr sz="1200" b="1" i="0" u="none" dirty="0">
              <a:solidFill>
                <a:srgbClr val="598561"/>
              </a:solidFill>
              <a:latin typeface="IBM Plex Sans Arabic Medium" panose="020B0603050203000203" pitchFamily="34" charset="-78"/>
              <a:cs typeface="IBM Plex Sans Arabic Medium" panose="020B0603050203000203" pitchFamily="34" charset="-78"/>
            </a:endParaRPr>
          </a:p>
        </p:txBody>
      </p:sp>
      <p:sp>
        <p:nvSpPr>
          <p:cNvPr id="15" name="TextBox 14"/>
          <p:cNvSpPr txBox="1"/>
          <p:nvPr/>
        </p:nvSpPr>
        <p:spPr>
          <a:xfrm>
            <a:off x="8482510" y="5379950"/>
            <a:ext cx="3282850" cy="400110"/>
          </a:xfrm>
          <a:prstGeom prst="rect">
            <a:avLst/>
          </a:prstGeom>
          <a:noFill/>
        </p:spPr>
        <p:txBody>
          <a:bodyPr wrap="square" lIns="0" tIns="0" rIns="0" bIns="0" anchor="t">
            <a:spAutoFit/>
          </a:bodyPr>
          <a:lstStyle/>
          <a:p>
            <a:pPr algn="r" rtl="1"/>
            <a:r>
              <a:rPr lang="fa-IR" sz="1300" b="0" i="0" u="none" dirty="0">
                <a:solidFill>
                  <a:srgbClr val="2B4C31"/>
                </a:solidFill>
                <a:latin typeface="IBM Plex Sans Arabic Medium" panose="020B0603050203000203" pitchFamily="34" charset="-78"/>
                <a:cs typeface="IBM Plex Sans Arabic Medium" panose="020B0603050203000203" pitchFamily="34" charset="-78"/>
              </a:rPr>
              <a:t>علیرضا نوید، متنظر نداف مقدم،</a:t>
            </a:r>
          </a:p>
          <a:p>
            <a:pPr algn="r" rtl="1"/>
            <a:r>
              <a:rPr lang="fa-IR" sz="1300" dirty="0">
                <a:solidFill>
                  <a:srgbClr val="2B4C31"/>
                </a:solidFill>
                <a:latin typeface="IBM Plex Sans Arabic Medium" panose="020B0603050203000203" pitchFamily="34" charset="-78"/>
                <a:cs typeface="IBM Plex Sans Arabic Medium" panose="020B0603050203000203" pitchFamily="34" charset="-78"/>
              </a:rPr>
              <a:t>امیرحسین اسدی، اشکان پوررستمی، آرین شفیع راد</a:t>
            </a:r>
          </a:p>
        </p:txBody>
      </p:sp>
      <p:sp>
        <p:nvSpPr>
          <p:cNvPr id="21" name="TextBox 20"/>
          <p:cNvSpPr txBox="1"/>
          <p:nvPr/>
        </p:nvSpPr>
        <p:spPr>
          <a:xfrm>
            <a:off x="7335679" y="392526"/>
            <a:ext cx="3770471" cy="207749"/>
          </a:xfrm>
          <a:prstGeom prst="rect">
            <a:avLst/>
          </a:prstGeom>
          <a:noFill/>
        </p:spPr>
        <p:txBody>
          <a:bodyPr wrap="square" lIns="0" tIns="0" rIns="0" bIns="0" anchor="t">
            <a:spAutoFit/>
          </a:bodyPr>
          <a:lstStyle/>
          <a:p>
            <a:pPr algn="r" rtl="1"/>
            <a:r>
              <a:rPr sz="1350" b="0" i="0" u="none" dirty="0" err="1">
                <a:solidFill>
                  <a:srgbClr val="2B4C31"/>
                </a:solidFill>
                <a:latin typeface="IBM Plex Sans Arabic Medium" panose="020B0603050203000203" pitchFamily="34" charset="-78"/>
                <a:cs typeface="IBM Plex Sans Arabic Medium" panose="020B0603050203000203" pitchFamily="34" charset="-78"/>
              </a:rPr>
              <a:t>دانشگاه</a:t>
            </a:r>
            <a:r>
              <a:rPr sz="1350" b="0" i="0" u="none" dirty="0">
                <a:solidFill>
                  <a:srgbClr val="2B4C31"/>
                </a:solidFill>
                <a:latin typeface="IBM Plex Sans Arabic Medium" panose="020B0603050203000203" pitchFamily="34" charset="-78"/>
                <a:cs typeface="IBM Plex Sans Arabic Medium" panose="020B0603050203000203" pitchFamily="34" charset="-78"/>
              </a:rPr>
              <a:t> </a:t>
            </a:r>
            <a:r>
              <a:rPr lang="fa-IR" sz="1350" b="0" i="0" u="none" dirty="0">
                <a:solidFill>
                  <a:srgbClr val="2B4C31"/>
                </a:solidFill>
                <a:latin typeface="IBM Plex Sans Arabic Medium" panose="020B0603050203000203" pitchFamily="34" charset="-78"/>
                <a:cs typeface="IBM Plex Sans Arabic Medium" panose="020B0603050203000203" pitchFamily="34" charset="-78"/>
              </a:rPr>
              <a:t>تبریز</a:t>
            </a:r>
            <a:r>
              <a:rPr sz="1350" b="0" i="0" u="none" dirty="0">
                <a:solidFill>
                  <a:srgbClr val="2B4C31"/>
                </a:solidFill>
                <a:latin typeface="IBM Plex Sans Arabic Medium" panose="020B0603050203000203" pitchFamily="34" charset="-78"/>
                <a:cs typeface="IBM Plex Sans Arabic Medium" panose="020B0603050203000203" pitchFamily="34" charset="-78"/>
              </a:rPr>
              <a:t> - </a:t>
            </a:r>
            <a:r>
              <a:rPr sz="1350" b="0" i="0" u="none" dirty="0" err="1">
                <a:solidFill>
                  <a:srgbClr val="2B4C31"/>
                </a:solidFill>
                <a:latin typeface="IBM Plex Sans Arabic Medium" panose="020B0603050203000203" pitchFamily="34" charset="-78"/>
                <a:cs typeface="IBM Plex Sans Arabic Medium" panose="020B0603050203000203" pitchFamily="34" charset="-78"/>
              </a:rPr>
              <a:t>دانشکده</a:t>
            </a:r>
            <a:r>
              <a:rPr sz="1350" b="0" i="0" u="none" dirty="0">
                <a:solidFill>
                  <a:srgbClr val="2B4C31"/>
                </a:solidFill>
                <a:latin typeface="IBM Plex Sans Arabic Medium" panose="020B0603050203000203" pitchFamily="34" charset="-78"/>
                <a:cs typeface="IBM Plex Sans Arabic Medium" panose="020B0603050203000203" pitchFamily="34" charset="-78"/>
              </a:rPr>
              <a:t> </a:t>
            </a:r>
            <a:r>
              <a:rPr sz="1350" b="0" i="0" u="none" dirty="0" err="1">
                <a:solidFill>
                  <a:srgbClr val="2B4C31"/>
                </a:solidFill>
                <a:latin typeface="IBM Plex Sans Arabic Medium" panose="020B0603050203000203" pitchFamily="34" charset="-78"/>
                <a:cs typeface="IBM Plex Sans Arabic Medium" panose="020B0603050203000203" pitchFamily="34" charset="-78"/>
              </a:rPr>
              <a:t>مهندسی</a:t>
            </a:r>
            <a:r>
              <a:rPr sz="1350" b="0" i="0" u="none" dirty="0">
                <a:solidFill>
                  <a:srgbClr val="2B4C31"/>
                </a:solidFill>
                <a:latin typeface="IBM Plex Sans Arabic Medium" panose="020B0603050203000203" pitchFamily="34" charset="-78"/>
                <a:cs typeface="IBM Plex Sans Arabic Medium" panose="020B0603050203000203" pitchFamily="34" charset="-78"/>
              </a:rPr>
              <a:t> </a:t>
            </a:r>
            <a:r>
              <a:rPr lang="fa-IR" sz="1350" b="0" i="0" u="none" dirty="0">
                <a:solidFill>
                  <a:srgbClr val="2B4C31"/>
                </a:solidFill>
                <a:latin typeface="IBM Plex Sans Arabic Medium" panose="020B0603050203000203" pitchFamily="34" charset="-78"/>
                <a:cs typeface="IBM Plex Sans Arabic Medium" panose="020B0603050203000203" pitchFamily="34" charset="-78"/>
              </a:rPr>
              <a:t>برق و کامپیوتر </a:t>
            </a:r>
            <a:endParaRPr sz="1350" b="0" i="0" u="none" dirty="0">
              <a:solidFill>
                <a:srgbClr val="2B4C31"/>
              </a:solidFill>
              <a:latin typeface="IBM Plex Sans Arabic Medium" panose="020B0603050203000203" pitchFamily="34" charset="-78"/>
              <a:cs typeface="IBM Plex Sans Arabic Medium" panose="020B0603050203000203" pitchFamily="34" charset="-78"/>
            </a:endParaRPr>
          </a:p>
        </p:txBody>
      </p:sp>
      <p:sp>
        <p:nvSpPr>
          <p:cNvPr id="22" name="TextBox 21"/>
          <p:cNvSpPr txBox="1"/>
          <p:nvPr/>
        </p:nvSpPr>
        <p:spPr>
          <a:xfrm>
            <a:off x="7515225" y="653355"/>
            <a:ext cx="3590925" cy="198090"/>
          </a:xfrm>
          <a:prstGeom prst="rect">
            <a:avLst/>
          </a:prstGeom>
          <a:noFill/>
        </p:spPr>
        <p:txBody>
          <a:bodyPr wrap="square" lIns="0" tIns="0" rIns="0" bIns="0" anchor="t">
            <a:spAutoFit/>
          </a:bodyPr>
          <a:lstStyle/>
          <a:p>
            <a:pPr algn="r" rtl="1">
              <a:lnSpc>
                <a:spcPts val="1560"/>
              </a:lnSpc>
            </a:pPr>
            <a:r>
              <a:rPr sz="975" b="0" i="0" u="none" dirty="0" err="1">
                <a:solidFill>
                  <a:srgbClr val="598561"/>
                </a:solidFill>
                <a:latin typeface="IBM Plex Sans Arabic Medium" panose="020B0603050203000203" pitchFamily="34" charset="-78"/>
                <a:cs typeface="IBM Plex Sans Arabic Medium" panose="020B0603050203000203" pitchFamily="34" charset="-78"/>
              </a:rPr>
              <a:t>پروژه</a:t>
            </a:r>
            <a:r>
              <a:rPr sz="975" b="0" i="0" u="none" dirty="0">
                <a:solidFill>
                  <a:srgbClr val="598561"/>
                </a:solidFill>
                <a:latin typeface="IBM Plex Sans Arabic Medium" panose="020B0603050203000203" pitchFamily="34" charset="-78"/>
                <a:cs typeface="IBM Plex Sans Arabic Medium" panose="020B0603050203000203" pitchFamily="34" charset="-78"/>
              </a:rPr>
              <a:t> </a:t>
            </a:r>
            <a:r>
              <a:rPr sz="975" b="0" i="0" u="none" dirty="0" err="1">
                <a:solidFill>
                  <a:srgbClr val="598561"/>
                </a:solidFill>
                <a:latin typeface="IBM Plex Sans Arabic Medium" panose="020B0603050203000203" pitchFamily="34" charset="-78"/>
                <a:cs typeface="IBM Plex Sans Arabic Medium" panose="020B0603050203000203" pitchFamily="34" charset="-78"/>
              </a:rPr>
              <a:t>پایانی</a:t>
            </a:r>
            <a:r>
              <a:rPr sz="975" b="0" i="0" u="none" dirty="0">
                <a:solidFill>
                  <a:srgbClr val="598561"/>
                </a:solidFill>
                <a:latin typeface="IBM Plex Sans Arabic Medium" panose="020B0603050203000203" pitchFamily="34" charset="-78"/>
                <a:cs typeface="IBM Plex Sans Arabic Medium" panose="020B0603050203000203" pitchFamily="34" charset="-78"/>
              </a:rPr>
              <a:t> </a:t>
            </a:r>
            <a:r>
              <a:rPr sz="975" b="0" i="0" u="none" dirty="0" err="1">
                <a:solidFill>
                  <a:srgbClr val="598561"/>
                </a:solidFill>
                <a:latin typeface="IBM Plex Sans Arabic Medium" panose="020B0603050203000203" pitchFamily="34" charset="-78"/>
                <a:cs typeface="IBM Plex Sans Arabic Medium" panose="020B0603050203000203" pitchFamily="34" charset="-78"/>
              </a:rPr>
              <a:t>سیستم‌های</a:t>
            </a:r>
            <a:r>
              <a:rPr sz="975" b="0" i="0" u="none" dirty="0">
                <a:solidFill>
                  <a:srgbClr val="598561"/>
                </a:solidFill>
                <a:latin typeface="IBM Plex Sans Arabic Medium" panose="020B0603050203000203" pitchFamily="34" charset="-78"/>
                <a:cs typeface="IBM Plex Sans Arabic Medium" panose="020B0603050203000203" pitchFamily="34" charset="-78"/>
              </a:rPr>
              <a:t> </a:t>
            </a:r>
            <a:r>
              <a:rPr lang="fa-IR" sz="975" dirty="0">
                <a:solidFill>
                  <a:srgbClr val="598561"/>
                </a:solidFill>
                <a:latin typeface="IBM Plex Sans Arabic Medium" panose="020B0603050203000203" pitchFamily="34" charset="-78"/>
                <a:cs typeface="IBM Plex Sans Arabic Medium" panose="020B0603050203000203" pitchFamily="34" charset="-78"/>
              </a:rPr>
              <a:t>نهفته</a:t>
            </a:r>
            <a:endParaRPr sz="975" b="0" i="0" u="none" dirty="0">
              <a:solidFill>
                <a:srgbClr val="598561"/>
              </a:solidFill>
              <a:latin typeface="IBM Plex Sans Arabic Medium" panose="020B0603050203000203" pitchFamily="34" charset="-78"/>
              <a:cs typeface="IBM Plex Sans Arabic Medium" panose="020B0603050203000203" pitchFamily="34" charset="-78"/>
            </a:endParaRPr>
          </a:p>
        </p:txBody>
      </p:sp>
      <p:pic>
        <p:nvPicPr>
          <p:cNvPr id="1028" name="Picture 4" descr="لوگو دانشگاه تبریز – لوگویاب">
            <a:extLst>
              <a:ext uri="{FF2B5EF4-FFF2-40B4-BE49-F238E27FC236}">
                <a16:creationId xmlns:a16="http://schemas.microsoft.com/office/drawing/2014/main" id="{A1E87F9F-67DC-96F9-6179-070FBA91D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9753" y="-58621"/>
            <a:ext cx="1110042" cy="1110042"/>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Rounded Corners 24">
            <a:extLst>
              <a:ext uri="{FF2B5EF4-FFF2-40B4-BE49-F238E27FC236}">
                <a16:creationId xmlns:a16="http://schemas.microsoft.com/office/drawing/2014/main" id="{0CC0DD3D-D94F-EB0A-EEDF-1BED751255A8}"/>
              </a:ext>
            </a:extLst>
          </p:cNvPr>
          <p:cNvSpPr/>
          <p:nvPr/>
        </p:nvSpPr>
        <p:spPr>
          <a:xfrm>
            <a:off x="356442" y="1930271"/>
            <a:ext cx="11478121" cy="335933"/>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AE7ED3B2-52BF-9B2E-C2C7-E7712DD42136}"/>
              </a:ext>
            </a:extLst>
          </p:cNvPr>
          <p:cNvSpPr/>
          <p:nvPr/>
        </p:nvSpPr>
        <p:spPr>
          <a:xfrm>
            <a:off x="7968010" y="4842246"/>
            <a:ext cx="3985367" cy="1262851"/>
          </a:xfrm>
          <a:prstGeom prst="roundRect">
            <a:avLst>
              <a:gd name="adj" fmla="val 11889"/>
            </a:avLst>
          </a:prstGeom>
          <a:noFill/>
          <a:ln>
            <a:solidFill>
              <a:srgbClr val="5985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D965A9A-5838-6330-0F8A-6BE97D3DDC45}"/>
              </a:ext>
            </a:extLst>
          </p:cNvPr>
          <p:cNvSpPr txBox="1"/>
          <p:nvPr/>
        </p:nvSpPr>
        <p:spPr>
          <a:xfrm>
            <a:off x="4325720" y="4947554"/>
            <a:ext cx="3282850" cy="184666"/>
          </a:xfrm>
          <a:prstGeom prst="rect">
            <a:avLst/>
          </a:prstGeom>
          <a:noFill/>
        </p:spPr>
        <p:txBody>
          <a:bodyPr wrap="square" lIns="0" tIns="0" rIns="0" bIns="0" anchor="t">
            <a:spAutoFit/>
          </a:bodyPr>
          <a:lstStyle/>
          <a:p>
            <a:pPr algn="r"/>
            <a:r>
              <a:rPr lang="fa-IR" sz="1200" b="1" dirty="0">
                <a:solidFill>
                  <a:srgbClr val="598561"/>
                </a:solidFill>
                <a:latin typeface="IBM Plex Sans Arabic Medium" panose="020B0603050203000203" pitchFamily="34" charset="-78"/>
                <a:cs typeface="IBM Plex Sans Arabic Medium" panose="020B0603050203000203" pitchFamily="34" charset="-78"/>
              </a:rPr>
              <a:t>استاد راهنما</a:t>
            </a:r>
            <a:endParaRPr sz="1200" b="1" i="0" u="none" dirty="0">
              <a:solidFill>
                <a:srgbClr val="598561"/>
              </a:solidFill>
              <a:latin typeface="IBM Plex Sans Arabic Medium" panose="020B0603050203000203" pitchFamily="34" charset="-78"/>
              <a:cs typeface="IBM Plex Sans Arabic Medium" panose="020B0603050203000203" pitchFamily="34" charset="-78"/>
            </a:endParaRPr>
          </a:p>
        </p:txBody>
      </p:sp>
      <p:sp>
        <p:nvSpPr>
          <p:cNvPr id="44" name="TextBox 43">
            <a:extLst>
              <a:ext uri="{FF2B5EF4-FFF2-40B4-BE49-F238E27FC236}">
                <a16:creationId xmlns:a16="http://schemas.microsoft.com/office/drawing/2014/main" id="{4CC1FD71-EAE2-E60E-9F10-778005997E74}"/>
              </a:ext>
            </a:extLst>
          </p:cNvPr>
          <p:cNvSpPr txBox="1"/>
          <p:nvPr/>
        </p:nvSpPr>
        <p:spPr>
          <a:xfrm>
            <a:off x="4375330" y="5372494"/>
            <a:ext cx="3282850" cy="200055"/>
          </a:xfrm>
          <a:prstGeom prst="rect">
            <a:avLst/>
          </a:prstGeom>
          <a:noFill/>
        </p:spPr>
        <p:txBody>
          <a:bodyPr wrap="square" lIns="0" tIns="0" rIns="0" bIns="0" anchor="t">
            <a:spAutoFit/>
          </a:bodyPr>
          <a:lstStyle/>
          <a:p>
            <a:pPr algn="r" rtl="1"/>
            <a:r>
              <a:rPr lang="fa-IR" sz="1300" b="0" i="0" u="none" dirty="0">
                <a:solidFill>
                  <a:srgbClr val="2B4C31"/>
                </a:solidFill>
                <a:latin typeface="IBM Plex Sans Arabic Medium" panose="020B0603050203000203" pitchFamily="34" charset="-78"/>
                <a:cs typeface="IBM Plex Sans Arabic Medium" panose="020B0603050203000203" pitchFamily="34" charset="-78"/>
              </a:rPr>
              <a:t>جناب دکتر زرگری</a:t>
            </a:r>
            <a:endParaRPr lang="fa-IR" sz="1300" dirty="0">
              <a:solidFill>
                <a:srgbClr val="2B4C31"/>
              </a:solidFill>
              <a:latin typeface="IBM Plex Sans Arabic Medium" panose="020B0603050203000203" pitchFamily="34" charset="-78"/>
              <a:cs typeface="IBM Plex Sans Arabic Medium" panose="020B0603050203000203" pitchFamily="34" charset="-78"/>
            </a:endParaRPr>
          </a:p>
        </p:txBody>
      </p:sp>
      <p:sp>
        <p:nvSpPr>
          <p:cNvPr id="45" name="Rectangle: Rounded Corners 44">
            <a:extLst>
              <a:ext uri="{FF2B5EF4-FFF2-40B4-BE49-F238E27FC236}">
                <a16:creationId xmlns:a16="http://schemas.microsoft.com/office/drawing/2014/main" id="{04A9B392-F7AD-4325-1C2F-70AAB7FD6F2A}"/>
              </a:ext>
            </a:extLst>
          </p:cNvPr>
          <p:cNvSpPr/>
          <p:nvPr/>
        </p:nvSpPr>
        <p:spPr>
          <a:xfrm>
            <a:off x="3860830" y="4834790"/>
            <a:ext cx="3985367" cy="1262851"/>
          </a:xfrm>
          <a:prstGeom prst="roundRect">
            <a:avLst>
              <a:gd name="adj" fmla="val 11889"/>
            </a:avLst>
          </a:prstGeom>
          <a:noFill/>
          <a:ln>
            <a:solidFill>
              <a:srgbClr val="5985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 name="Picture 47" descr="image.png">
            <a:extLst>
              <a:ext uri="{FF2B5EF4-FFF2-40B4-BE49-F238E27FC236}">
                <a16:creationId xmlns:a16="http://schemas.microsoft.com/office/drawing/2014/main" id="{2FA6E96E-FCBA-208B-F162-0EBF3DFA0CD6}"/>
              </a:ext>
            </a:extLst>
          </p:cNvPr>
          <p:cNvPicPr>
            <a:picLocks noChangeAspect="1"/>
          </p:cNvPicPr>
          <p:nvPr/>
        </p:nvPicPr>
        <p:blipFill>
          <a:blip r:embed="rId4"/>
          <a:stretch>
            <a:fillRect/>
          </a:stretch>
        </p:blipFill>
        <p:spPr>
          <a:xfrm>
            <a:off x="493511" y="3596199"/>
            <a:ext cx="3129691" cy="20501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7" name="Picture 6" descr="image.png"/>
          <p:cNvPicPr>
            <a:picLocks noChangeAspect="1"/>
          </p:cNvPicPr>
          <p:nvPr/>
        </p:nvPicPr>
        <p:blipFill>
          <a:blip r:embed="rId3"/>
          <a:stretch>
            <a:fillRect/>
          </a:stretch>
        </p:blipFill>
        <p:spPr>
          <a:xfrm>
            <a:off x="476250" y="6124575"/>
            <a:ext cx="11239500" cy="352425"/>
          </a:xfrm>
          <a:prstGeom prst="rect">
            <a:avLst/>
          </a:prstGeom>
        </p:spPr>
      </p:pic>
      <p:sp>
        <p:nvSpPr>
          <p:cNvPr id="9" name="TextBox 8"/>
          <p:cNvSpPr txBox="1"/>
          <p:nvPr/>
        </p:nvSpPr>
        <p:spPr>
          <a:xfrm>
            <a:off x="10144125" y="6267450"/>
            <a:ext cx="1571625" cy="150041"/>
          </a:xfrm>
          <a:prstGeom prst="rect">
            <a:avLst/>
          </a:prstGeom>
          <a:noFill/>
        </p:spPr>
        <p:txBody>
          <a:bodyPr wrap="square" lIns="0" tIns="0" rIns="0" bIns="0" anchor="t">
            <a:spAutoFit/>
          </a:bodyPr>
          <a:lstStyle/>
          <a:p>
            <a:pPr algn="r" rtl="1"/>
            <a:r>
              <a:rPr sz="975" b="0" i="0" u="none">
                <a:solidFill>
                  <a:srgbClr val="598561"/>
                </a:solidFill>
                <a:latin typeface="IBM Plex Sans Arabic Medium" panose="020B0603050203000203" pitchFamily="34" charset="-78"/>
                <a:cs typeface="IBM Plex Sans Arabic Medium" panose="020B0603050203000203" pitchFamily="34" charset="-78"/>
              </a:rPr>
              <a:t>مقدمه و مفاهیم پایه صنعت ۴.۰</a:t>
            </a:r>
          </a:p>
        </p:txBody>
      </p:sp>
      <p:sp>
        <p:nvSpPr>
          <p:cNvPr id="12" name="TextBox 11"/>
          <p:cNvSpPr txBox="1"/>
          <p:nvPr/>
        </p:nvSpPr>
        <p:spPr>
          <a:xfrm>
            <a:off x="3474720" y="1683202"/>
            <a:ext cx="8183880" cy="4243982"/>
          </a:xfrm>
          <a:prstGeom prst="rect">
            <a:avLst/>
          </a:prstGeom>
          <a:noFill/>
        </p:spPr>
        <p:txBody>
          <a:bodyPr wrap="square" lIns="0" tIns="0" rIns="0" bIns="0" anchor="t">
            <a:spAutoFit/>
          </a:bodyPr>
          <a:lstStyle/>
          <a:p>
            <a:pPr marL="171450" indent="-171450" algn="r" rtl="1">
              <a:lnSpc>
                <a:spcPct val="150000"/>
              </a:lnSpc>
              <a:buFont typeface="Wingdings" panose="05000000000000000000" pitchFamily="2" charset="2"/>
              <a:buChar char="§"/>
            </a:pPr>
            <a:r>
              <a:rPr lang="fa-IR" sz="2000" b="0" i="0" u="none" dirty="0">
                <a:solidFill>
                  <a:srgbClr val="2C3E2F"/>
                </a:solidFill>
                <a:latin typeface="IBM Plex Sans Arabic Medium" panose="020B0603050203000203" pitchFamily="34" charset="-78"/>
                <a:cs typeface="IBM Plex Sans Arabic Medium" panose="020B0603050203000203" pitchFamily="34" charset="-78"/>
              </a:rPr>
              <a:t>معرفی و ضرورت</a:t>
            </a:r>
          </a:p>
          <a:p>
            <a:pPr marL="171450" indent="-171450" algn="r" rtl="1">
              <a:lnSpc>
                <a:spcPct val="150000"/>
              </a:lnSpc>
              <a:buFont typeface="Wingdings" panose="05000000000000000000" pitchFamily="2" charset="2"/>
              <a:buChar char="§"/>
            </a:pPr>
            <a:r>
              <a:rPr lang="fa-IR" sz="2000" dirty="0">
                <a:solidFill>
                  <a:srgbClr val="2C3E2F"/>
                </a:solidFill>
                <a:latin typeface="IBM Plex Sans Arabic Medium" panose="020B0603050203000203" pitchFamily="34" charset="-78"/>
                <a:cs typeface="IBM Plex Sans Arabic Medium" panose="020B0603050203000203" pitchFamily="34" charset="-78"/>
              </a:rPr>
              <a:t>اهداف </a:t>
            </a:r>
            <a:endParaRPr lang="fa-IR" sz="2000" b="0" i="0" u="none" dirty="0">
              <a:solidFill>
                <a:srgbClr val="2C3E2F"/>
              </a:solidFill>
              <a:latin typeface="IBM Plex Sans Arabic Medium" panose="020B0603050203000203" pitchFamily="34" charset="-78"/>
              <a:cs typeface="IBM Plex Sans Arabic Medium" panose="020B0603050203000203" pitchFamily="34" charset="-78"/>
            </a:endParaRPr>
          </a:p>
          <a:p>
            <a:pPr marL="171450" indent="-171450" algn="r" rtl="1">
              <a:lnSpc>
                <a:spcPct val="150000"/>
              </a:lnSpc>
              <a:buFont typeface="Wingdings" panose="05000000000000000000" pitchFamily="2" charset="2"/>
              <a:buChar char="§"/>
            </a:pPr>
            <a:r>
              <a:rPr lang="fa-IR" sz="2000" b="0" i="0" u="none" dirty="0">
                <a:solidFill>
                  <a:srgbClr val="2C3E2F"/>
                </a:solidFill>
                <a:latin typeface="IBM Plex Sans Arabic Medium" panose="020B0603050203000203" pitchFamily="34" charset="-78"/>
                <a:cs typeface="IBM Plex Sans Arabic Medium" panose="020B0603050203000203" pitchFamily="34" charset="-78"/>
              </a:rPr>
              <a:t>معماری سیستم</a:t>
            </a:r>
          </a:p>
          <a:p>
            <a:pPr marL="171450" indent="-171450" algn="r" rtl="1">
              <a:lnSpc>
                <a:spcPct val="150000"/>
              </a:lnSpc>
              <a:buFont typeface="Wingdings" panose="05000000000000000000" pitchFamily="2" charset="2"/>
              <a:buChar char="§"/>
            </a:pPr>
            <a:r>
              <a:rPr lang="fa-IR" sz="2000" dirty="0">
                <a:solidFill>
                  <a:srgbClr val="2C3E2F"/>
                </a:solidFill>
                <a:latin typeface="IBM Plex Sans Arabic Medium" panose="020B0603050203000203" pitchFamily="34" charset="-78"/>
                <a:cs typeface="IBM Plex Sans Arabic Medium" panose="020B0603050203000203" pitchFamily="34" charset="-78"/>
              </a:rPr>
              <a:t>زیر بخش های سیستم</a:t>
            </a:r>
          </a:p>
          <a:p>
            <a:pPr algn="r" rtl="1">
              <a:lnSpc>
                <a:spcPct val="150000"/>
              </a:lnSpc>
            </a:pPr>
            <a:r>
              <a:rPr lang="fa-IR" sz="2000" dirty="0">
                <a:solidFill>
                  <a:srgbClr val="2C3E2F"/>
                </a:solidFill>
                <a:latin typeface="IBM Plex Sans Arabic Medium" panose="020B0603050203000203" pitchFamily="34" charset="-78"/>
                <a:cs typeface="IBM Plex Sans Arabic Medium" panose="020B0603050203000203" pitchFamily="34" charset="-78"/>
              </a:rPr>
              <a:t>	</a:t>
            </a:r>
            <a:r>
              <a:rPr lang="fa-IR" sz="1400" dirty="0">
                <a:solidFill>
                  <a:srgbClr val="2C3E2F"/>
                </a:solidFill>
                <a:latin typeface="IBM Plex Sans Arabic Medium" panose="020B0603050203000203" pitchFamily="34" charset="-78"/>
                <a:cs typeface="IBM Plex Sans Arabic Medium" panose="020B0603050203000203" pitchFamily="34" charset="-78"/>
              </a:rPr>
              <a:t>۱- پایش محیط و امنیت ۲- کنترل کیفی ۳- مدیریت نیروی کار ۴- امنیت نیروی کار ۵- پایش دستگاه های تولیدی</a:t>
            </a:r>
          </a:p>
          <a:p>
            <a:pPr algn="r" rtl="1">
              <a:lnSpc>
                <a:spcPct val="150000"/>
              </a:lnSpc>
            </a:pPr>
            <a:endParaRPr lang="fa-IR" sz="1400" dirty="0">
              <a:solidFill>
                <a:srgbClr val="2C3E2F"/>
              </a:solidFill>
              <a:latin typeface="IBM Plex Sans Arabic Medium" panose="020B0603050203000203" pitchFamily="34" charset="-78"/>
              <a:cs typeface="IBM Plex Sans Arabic Medium" panose="020B0603050203000203" pitchFamily="34" charset="-78"/>
            </a:endParaRPr>
          </a:p>
          <a:p>
            <a:pPr marL="171450" indent="-171450" algn="r" rtl="1">
              <a:lnSpc>
                <a:spcPct val="150000"/>
              </a:lnSpc>
              <a:buFont typeface="Wingdings" panose="05000000000000000000" pitchFamily="2" charset="2"/>
              <a:buChar char="§"/>
            </a:pPr>
            <a:r>
              <a:rPr lang="fa-IR" sz="2000" b="0" i="0" u="none" dirty="0">
                <a:solidFill>
                  <a:srgbClr val="2C3E2F"/>
                </a:solidFill>
                <a:latin typeface="IBM Plex Sans Arabic Medium" panose="020B0603050203000203" pitchFamily="34" charset="-78"/>
                <a:cs typeface="IBM Plex Sans Arabic Medium" panose="020B0603050203000203" pitchFamily="34" charset="-78"/>
              </a:rPr>
              <a:t>ارتباط با پایتون</a:t>
            </a:r>
          </a:p>
          <a:p>
            <a:pPr marL="171450" indent="-171450" algn="r" rtl="1">
              <a:lnSpc>
                <a:spcPct val="150000"/>
              </a:lnSpc>
              <a:buFont typeface="Wingdings" panose="05000000000000000000" pitchFamily="2" charset="2"/>
              <a:buChar char="§"/>
            </a:pPr>
            <a:r>
              <a:rPr lang="fa-IR" sz="2000" b="0" i="0" u="none" dirty="0">
                <a:solidFill>
                  <a:srgbClr val="2C3E2F"/>
                </a:solidFill>
                <a:latin typeface="IBM Plex Sans Arabic Medium" panose="020B0603050203000203" pitchFamily="34" charset="-78"/>
                <a:cs typeface="IBM Plex Sans Arabic Medium" panose="020B0603050203000203" pitchFamily="34" charset="-78"/>
              </a:rPr>
              <a:t>چالش ها و ادامه توسعه</a:t>
            </a:r>
          </a:p>
          <a:p>
            <a:pPr marL="171450" indent="-171450" algn="r" rtl="1">
              <a:lnSpc>
                <a:spcPct val="150000"/>
              </a:lnSpc>
              <a:buFont typeface="Wingdings" panose="05000000000000000000" pitchFamily="2" charset="2"/>
              <a:buChar char="§"/>
            </a:pPr>
            <a:r>
              <a:rPr lang="fa-IR" sz="2000" dirty="0">
                <a:solidFill>
                  <a:srgbClr val="2C3E2F"/>
                </a:solidFill>
                <a:latin typeface="IBM Plex Sans Arabic Medium" panose="020B0603050203000203" pitchFamily="34" charset="-78"/>
                <a:cs typeface="IBM Plex Sans Arabic Medium" panose="020B0603050203000203" pitchFamily="34" charset="-78"/>
              </a:rPr>
              <a:t>نتیجه گیری و منابع</a:t>
            </a:r>
            <a:endParaRPr lang="fa-IR" sz="2000" b="0" i="0" u="none" dirty="0">
              <a:solidFill>
                <a:srgbClr val="2C3E2F"/>
              </a:solidFill>
              <a:latin typeface="IBM Plex Sans Arabic Medium" panose="020B0603050203000203" pitchFamily="34" charset="-78"/>
              <a:cs typeface="IBM Plex Sans Arabic Medium" panose="020B0603050203000203" pitchFamily="34" charset="-78"/>
            </a:endParaRPr>
          </a:p>
          <a:p>
            <a:pPr marL="171450" indent="-171450" algn="r" rtl="1">
              <a:lnSpc>
                <a:spcPts val="1860"/>
              </a:lnSpc>
              <a:buFont typeface="Wingdings" panose="05000000000000000000" pitchFamily="2" charset="2"/>
              <a:buChar char="§"/>
            </a:pPr>
            <a:endParaRPr sz="1162" b="0" i="0" u="none" dirty="0">
              <a:solidFill>
                <a:srgbClr val="2C3E2F"/>
              </a:solidFill>
              <a:latin typeface="IBM Plex Sans Arabic Medium" panose="020B0603050203000203" pitchFamily="34" charset="-78"/>
              <a:cs typeface="IBM Plex Sans Arabic Medium" panose="020B0603050203000203" pitchFamily="34" charset="-78"/>
            </a:endParaRPr>
          </a:p>
        </p:txBody>
      </p:sp>
      <p:sp>
        <p:nvSpPr>
          <p:cNvPr id="20" name="TextBox 19"/>
          <p:cNvSpPr txBox="1"/>
          <p:nvPr/>
        </p:nvSpPr>
        <p:spPr>
          <a:xfrm>
            <a:off x="2712719" y="381000"/>
            <a:ext cx="8761095" cy="321242"/>
          </a:xfrm>
          <a:prstGeom prst="rect">
            <a:avLst/>
          </a:prstGeom>
          <a:noFill/>
        </p:spPr>
        <p:txBody>
          <a:bodyPr wrap="square" lIns="0" tIns="0" rIns="0" bIns="0" anchor="ctr">
            <a:spAutoFit/>
          </a:bodyPr>
          <a:lstStyle/>
          <a:p>
            <a:pPr algn="r" rtl="1">
              <a:lnSpc>
                <a:spcPts val="2520"/>
              </a:lnSpc>
            </a:pPr>
            <a:r>
              <a:rPr lang="fa-IR" sz="2100" dirty="0">
                <a:solidFill>
                  <a:srgbClr val="2B4C31"/>
                </a:solidFill>
                <a:latin typeface="IBM Plex Sans Arabic Medium" panose="020B0603050203000203" pitchFamily="34" charset="-78"/>
                <a:cs typeface="IBM Plex Sans Arabic Medium" panose="020B0603050203000203" pitchFamily="34" charset="-78"/>
              </a:rPr>
              <a:t>فهرست</a:t>
            </a:r>
            <a:endParaRPr sz="2100" b="0" i="0" u="none" dirty="0">
              <a:solidFill>
                <a:srgbClr val="2B4C31"/>
              </a:solidFill>
              <a:latin typeface="IBM Plex Sans Arabic Medium" panose="020B0603050203000203" pitchFamily="34" charset="-78"/>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10144125" y="6267450"/>
            <a:ext cx="1571625" cy="150041"/>
          </a:xfrm>
          <a:prstGeom prst="rect">
            <a:avLst/>
          </a:prstGeom>
          <a:noFill/>
        </p:spPr>
        <p:txBody>
          <a:bodyPr wrap="square" lIns="0" tIns="0" rIns="0" bIns="0" anchor="t">
            <a:spAutoFit/>
          </a:bodyPr>
          <a:lstStyle/>
          <a:p>
            <a:pPr algn="r" rtl="1"/>
            <a:r>
              <a:rPr sz="975" b="0" i="0" u="none" dirty="0" err="1">
                <a:solidFill>
                  <a:srgbClr val="598561"/>
                </a:solidFill>
                <a:latin typeface="IBM Plex Sans Arabic Medium" panose="020B0603050203000203" pitchFamily="34" charset="-78"/>
                <a:cs typeface="IBM Plex Sans Arabic Medium" panose="020B0603050203000203" pitchFamily="34" charset="-78"/>
              </a:rPr>
              <a:t>مقدمه</a:t>
            </a:r>
            <a:r>
              <a:rPr sz="975" b="0" i="0" u="none" dirty="0">
                <a:solidFill>
                  <a:srgbClr val="598561"/>
                </a:solidFill>
                <a:latin typeface="IBM Plex Sans Arabic Medium" panose="020B0603050203000203" pitchFamily="34" charset="-78"/>
                <a:cs typeface="IBM Plex Sans Arabic Medium" panose="020B0603050203000203" pitchFamily="34" charset="-78"/>
              </a:rPr>
              <a:t> و </a:t>
            </a:r>
            <a:r>
              <a:rPr sz="975" b="0" i="0" u="none" dirty="0" err="1">
                <a:solidFill>
                  <a:srgbClr val="598561"/>
                </a:solidFill>
                <a:latin typeface="IBM Plex Sans Arabic Medium" panose="020B0603050203000203" pitchFamily="34" charset="-78"/>
                <a:cs typeface="IBM Plex Sans Arabic Medium" panose="020B0603050203000203" pitchFamily="34" charset="-78"/>
              </a:rPr>
              <a:t>مفاهیم</a:t>
            </a:r>
            <a:r>
              <a:rPr sz="975" b="0" i="0" u="none" dirty="0">
                <a:solidFill>
                  <a:srgbClr val="598561"/>
                </a:solidFill>
                <a:latin typeface="IBM Plex Sans Arabic Medium" panose="020B0603050203000203" pitchFamily="34" charset="-78"/>
                <a:cs typeface="IBM Plex Sans Arabic Medium" panose="020B0603050203000203" pitchFamily="34" charset="-78"/>
              </a:rPr>
              <a:t> </a:t>
            </a:r>
            <a:r>
              <a:rPr sz="975" b="0" i="0" u="none" dirty="0" err="1">
                <a:solidFill>
                  <a:srgbClr val="598561"/>
                </a:solidFill>
                <a:latin typeface="IBM Plex Sans Arabic Medium" panose="020B0603050203000203" pitchFamily="34" charset="-78"/>
                <a:cs typeface="IBM Plex Sans Arabic Medium" panose="020B0603050203000203" pitchFamily="34" charset="-78"/>
              </a:rPr>
              <a:t>پایه</a:t>
            </a:r>
            <a:r>
              <a:rPr sz="975" b="0" i="0" u="none" dirty="0">
                <a:solidFill>
                  <a:srgbClr val="598561"/>
                </a:solidFill>
                <a:latin typeface="IBM Plex Sans Arabic Medium" panose="020B0603050203000203" pitchFamily="34" charset="-78"/>
                <a:cs typeface="IBM Plex Sans Arabic Medium" panose="020B0603050203000203" pitchFamily="34" charset="-78"/>
              </a:rPr>
              <a:t> </a:t>
            </a:r>
            <a:r>
              <a:rPr sz="975" b="0" i="0" u="none" dirty="0" err="1">
                <a:solidFill>
                  <a:srgbClr val="598561"/>
                </a:solidFill>
                <a:latin typeface="IBM Plex Sans Arabic Medium" panose="020B0603050203000203" pitchFamily="34" charset="-78"/>
                <a:cs typeface="IBM Plex Sans Arabic Medium" panose="020B0603050203000203" pitchFamily="34" charset="-78"/>
              </a:rPr>
              <a:t>صنعت</a:t>
            </a:r>
            <a:r>
              <a:rPr sz="975" b="0" i="0" u="none" dirty="0">
                <a:solidFill>
                  <a:srgbClr val="598561"/>
                </a:solidFill>
                <a:latin typeface="IBM Plex Sans Arabic Medium" panose="020B0603050203000203" pitchFamily="34" charset="-78"/>
                <a:cs typeface="IBM Plex Sans Arabic Medium" panose="020B0603050203000203" pitchFamily="34" charset="-78"/>
              </a:rPr>
              <a:t> ۴.۰</a:t>
            </a:r>
          </a:p>
        </p:txBody>
      </p:sp>
      <p:sp>
        <p:nvSpPr>
          <p:cNvPr id="11" name="TextBox 10"/>
          <p:cNvSpPr txBox="1"/>
          <p:nvPr/>
        </p:nvSpPr>
        <p:spPr>
          <a:xfrm>
            <a:off x="5877878" y="1037606"/>
            <a:ext cx="5780722" cy="276999"/>
          </a:xfrm>
          <a:prstGeom prst="rect">
            <a:avLst/>
          </a:prstGeom>
          <a:noFill/>
        </p:spPr>
        <p:txBody>
          <a:bodyPr wrap="square" lIns="0" tIns="0" rIns="0" bIns="0" anchor="t">
            <a:spAutoFit/>
          </a:bodyPr>
          <a:lstStyle/>
          <a:p>
            <a:pPr algn="r" rtl="1"/>
            <a:r>
              <a:rPr lang="fa-IR" dirty="0">
                <a:solidFill>
                  <a:srgbClr val="2B4C31"/>
                </a:solidFill>
                <a:latin typeface="IBM Plex Sans Arabic Medium" panose="020B0603050203000203" pitchFamily="34" charset="-78"/>
                <a:cs typeface="IBM Plex Sans Arabic Medium" panose="020B0603050203000203" pitchFamily="34" charset="-78"/>
              </a:rPr>
              <a:t>صنعت 4.0؟ </a:t>
            </a:r>
            <a:r>
              <a:rPr lang="fa-IR" b="0" i="0" u="none" dirty="0">
                <a:solidFill>
                  <a:srgbClr val="2B4C31"/>
                </a:solidFill>
                <a:latin typeface="IBM Plex Sans Arabic Medium" panose="020B0603050203000203" pitchFamily="34" charset="-78"/>
                <a:cs typeface="IBM Plex Sans Arabic Medium" panose="020B0603050203000203" pitchFamily="34" charset="-78"/>
              </a:rPr>
              <a:t>ک</a:t>
            </a:r>
            <a:r>
              <a:rPr b="0" i="0" u="none" dirty="0" err="1">
                <a:solidFill>
                  <a:srgbClr val="2B4C31"/>
                </a:solidFill>
                <a:latin typeface="IBM Plex Sans Arabic Medium" panose="020B0603050203000203" pitchFamily="34" charset="-78"/>
                <a:cs typeface="IBM Plex Sans Arabic Medium" panose="020B0603050203000203" pitchFamily="34" charset="-78"/>
              </a:rPr>
              <a:t>ارخانه</a:t>
            </a:r>
            <a:r>
              <a:rPr b="0" i="0" u="none" dirty="0">
                <a:solidFill>
                  <a:srgbClr val="2B4C31"/>
                </a:solidFill>
                <a:latin typeface="IBM Plex Sans Arabic Medium" panose="020B0603050203000203" pitchFamily="34" charset="-78"/>
                <a:cs typeface="IBM Plex Sans Arabic Medium" panose="020B0603050203000203" pitchFamily="34" charset="-78"/>
              </a:rPr>
              <a:t> </a:t>
            </a:r>
            <a:r>
              <a:rPr b="0" i="0" u="none" dirty="0" err="1">
                <a:solidFill>
                  <a:srgbClr val="2B4C31"/>
                </a:solidFill>
                <a:latin typeface="IBM Plex Sans Arabic Medium" panose="020B0603050203000203" pitchFamily="34" charset="-78"/>
                <a:cs typeface="IBM Plex Sans Arabic Medium" panose="020B0603050203000203" pitchFamily="34" charset="-78"/>
              </a:rPr>
              <a:t>هوشمند</a:t>
            </a:r>
            <a:r>
              <a:rPr lang="fa-IR" b="0" i="0" u="none" dirty="0">
                <a:solidFill>
                  <a:srgbClr val="2B4C31"/>
                </a:solidFill>
                <a:latin typeface="IBM Plex Sans Arabic Medium" panose="020B0603050203000203" pitchFamily="34" charset="-78"/>
                <a:cs typeface="IBM Plex Sans Arabic Medium" panose="020B0603050203000203" pitchFamily="34" charset="-78"/>
              </a:rPr>
              <a:t>؟!</a:t>
            </a:r>
            <a:endParaRPr b="0" i="0" u="none" dirty="0">
              <a:solidFill>
                <a:srgbClr val="2B4C31"/>
              </a:solidFill>
              <a:latin typeface="IBM Plex Sans Arabic Medium" panose="020B0603050203000203" pitchFamily="34" charset="-78"/>
              <a:cs typeface="IBM Plex Sans Arabic Medium" panose="020B0603050203000203" pitchFamily="34" charset="-78"/>
            </a:endParaRPr>
          </a:p>
        </p:txBody>
      </p:sp>
      <p:sp>
        <p:nvSpPr>
          <p:cNvPr id="12" name="TextBox 11"/>
          <p:cNvSpPr txBox="1"/>
          <p:nvPr/>
        </p:nvSpPr>
        <p:spPr>
          <a:xfrm>
            <a:off x="6699886" y="1735838"/>
            <a:ext cx="4958714" cy="2545377"/>
          </a:xfrm>
          <a:prstGeom prst="rect">
            <a:avLst/>
          </a:prstGeom>
          <a:noFill/>
        </p:spPr>
        <p:txBody>
          <a:bodyPr wrap="square" lIns="0" tIns="0" rIns="0" bIns="0" anchor="t">
            <a:spAutoFit/>
          </a:bodyPr>
          <a:lstStyle/>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کارخانه هوشمند یکی از مهم ترین مفاهیم صنعت 4.0 است.</a:t>
            </a: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در این کارخانه، </a:t>
            </a:r>
            <a:r>
              <a:rPr lang="fa-IR" sz="1400" b="0" i="0" u="none" dirty="0" err="1">
                <a:solidFill>
                  <a:srgbClr val="2C3E2F"/>
                </a:solidFill>
                <a:latin typeface="IBM Plex Sans Arabic Medium" panose="020B0603050203000203" pitchFamily="34" charset="-78"/>
                <a:cs typeface="IBM Plex Sans Arabic Medium" panose="020B0603050203000203" pitchFamily="34" charset="-78"/>
              </a:rPr>
              <a:t>حسگر</a:t>
            </a:r>
            <a:r>
              <a:rPr lang="fa-IR" sz="1400" b="0" i="0" u="none" dirty="0">
                <a:solidFill>
                  <a:srgbClr val="2C3E2F"/>
                </a:solidFill>
                <a:latin typeface="IBM Plex Sans Arabic Medium" panose="020B0603050203000203" pitchFamily="34" charset="-78"/>
                <a:cs typeface="IBM Plex Sans Arabic Medium" panose="020B0603050203000203" pitchFamily="34" charset="-78"/>
              </a:rPr>
              <a:t> ها و سیستم های نهفته برای پایش محیط و کنترل تجهیزات به کار می‌روند.</a:t>
            </a: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هدف، افزایش بهره </a:t>
            </a:r>
            <a:r>
              <a:rPr lang="fa-IR" sz="1400" b="0" i="0" u="none" dirty="0" err="1">
                <a:solidFill>
                  <a:srgbClr val="2C3E2F"/>
                </a:solidFill>
                <a:latin typeface="IBM Plex Sans Arabic Medium" panose="020B0603050203000203" pitchFamily="34" charset="-78"/>
                <a:cs typeface="IBM Plex Sans Arabic Medium" panose="020B0603050203000203" pitchFamily="34" charset="-78"/>
              </a:rPr>
              <a:t>وری</a:t>
            </a:r>
            <a:r>
              <a:rPr lang="fa-IR" sz="1400" b="0" i="0" u="none" dirty="0">
                <a:solidFill>
                  <a:srgbClr val="2C3E2F"/>
                </a:solidFill>
                <a:latin typeface="IBM Plex Sans Arabic Medium" panose="020B0603050203000203" pitchFamily="34" charset="-78"/>
                <a:cs typeface="IBM Plex Sans Arabic Medium" panose="020B0603050203000203" pitchFamily="34" charset="-78"/>
              </a:rPr>
              <a:t>، کاهش خطا و ارتقای ایمنی محیط صنعتی است.</a:t>
            </a:r>
          </a:p>
          <a:p>
            <a:pPr marL="171450" indent="-171450" algn="r" rtl="1">
              <a:lnSpc>
                <a:spcPct val="150000"/>
              </a:lnSpc>
              <a:buFont typeface="Arial" panose="020B0604020202020204" pitchFamily="34" charset="0"/>
              <a:buChar char="•"/>
            </a:pPr>
            <a:r>
              <a:rPr lang="fa-IR" sz="1400" dirty="0">
                <a:solidFill>
                  <a:srgbClr val="2C3E2F"/>
                </a:solidFill>
                <a:latin typeface="IBM Plex Sans Arabic Medium" panose="020B0603050203000203" pitchFamily="34" charset="-78"/>
                <a:cs typeface="IBM Plex Sans Arabic Medium" panose="020B0603050203000203" pitchFamily="34" charset="-78"/>
              </a:rPr>
              <a:t>استفاده هوشمندانه از سیستم های خبره موجب افزایش کیفیت محصولات تولیدی است.</a:t>
            </a: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افزایش نیاز صنایع به اتوماسیون و نظارت لحظه ای </a:t>
            </a: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کاهش خطا های انسانی و توقف خطوط تولید افزایش ایمنی کارکنان و تجهیزات </a:t>
            </a:r>
          </a:p>
        </p:txBody>
      </p:sp>
      <p:sp>
        <p:nvSpPr>
          <p:cNvPr id="20" name="TextBox 19"/>
          <p:cNvSpPr txBox="1"/>
          <p:nvPr/>
        </p:nvSpPr>
        <p:spPr>
          <a:xfrm>
            <a:off x="2773679" y="413295"/>
            <a:ext cx="8761095" cy="319980"/>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مقدمه و ضرورت</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pic>
        <p:nvPicPr>
          <p:cNvPr id="8" name="Picture 7">
            <a:extLst>
              <a:ext uri="{FF2B5EF4-FFF2-40B4-BE49-F238E27FC236}">
                <a16:creationId xmlns:a16="http://schemas.microsoft.com/office/drawing/2014/main" id="{5C2A25C5-BE62-C5B7-1D61-D57105AC43CE}"/>
              </a:ext>
            </a:extLst>
          </p:cNvPr>
          <p:cNvPicPr>
            <a:picLocks noChangeAspect="1"/>
          </p:cNvPicPr>
          <p:nvPr/>
        </p:nvPicPr>
        <p:blipFill>
          <a:blip r:embed="rId3"/>
          <a:stretch>
            <a:fillRect/>
          </a:stretch>
        </p:blipFill>
        <p:spPr>
          <a:xfrm>
            <a:off x="476250" y="1167763"/>
            <a:ext cx="5481890" cy="3679625"/>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F9C966B8-0D4A-FBA8-4C29-1A21E4940B83}"/>
              </a:ext>
            </a:extLst>
          </p:cNvPr>
          <p:cNvPicPr>
            <a:picLocks noChangeAspect="1"/>
          </p:cNvPicPr>
          <p:nvPr/>
        </p:nvPicPr>
        <p:blipFill>
          <a:blip r:embed="rId4"/>
          <a:stretch>
            <a:fillRect/>
          </a:stretch>
        </p:blipFill>
        <p:spPr>
          <a:xfrm>
            <a:off x="5973107" y="4771536"/>
            <a:ext cx="2974522" cy="16731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74365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10144125" y="6267450"/>
            <a:ext cx="1571625"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اهداف</a:t>
            </a:r>
            <a:endParaRPr sz="975" b="0" i="0" u="none" dirty="0">
              <a:solidFill>
                <a:srgbClr val="598561"/>
              </a:solidFill>
              <a:latin typeface="IBM Plex Sans Arabic Medium" panose="020B0603050203000203" pitchFamily="34" charset="-78"/>
              <a:cs typeface="IBM Plex Sans Arabic Medium" panose="020B0603050203000203" pitchFamily="34" charset="-78"/>
            </a:endParaRPr>
          </a:p>
        </p:txBody>
      </p:sp>
      <p:sp>
        <p:nvSpPr>
          <p:cNvPr id="20" name="TextBox 19"/>
          <p:cNvSpPr txBox="1"/>
          <p:nvPr/>
        </p:nvSpPr>
        <p:spPr>
          <a:xfrm>
            <a:off x="2773679" y="413295"/>
            <a:ext cx="8761095" cy="319980"/>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اهداف</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pic>
        <p:nvPicPr>
          <p:cNvPr id="3076" name="Picture 4" descr="میکروکنترلر STM32F103C8T6">
            <a:extLst>
              <a:ext uri="{FF2B5EF4-FFF2-40B4-BE49-F238E27FC236}">
                <a16:creationId xmlns:a16="http://schemas.microsoft.com/office/drawing/2014/main" id="{29223F27-2BC8-01C6-D617-7457C6362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570" y="2241679"/>
            <a:ext cx="1549718" cy="154971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8D333AD-4A4D-CC19-AB7B-676C42708900}"/>
              </a:ext>
            </a:extLst>
          </p:cNvPr>
          <p:cNvSpPr txBox="1"/>
          <p:nvPr/>
        </p:nvSpPr>
        <p:spPr>
          <a:xfrm>
            <a:off x="6096000" y="1575759"/>
            <a:ext cx="5562600" cy="1912062"/>
          </a:xfrm>
          <a:prstGeom prst="rect">
            <a:avLst/>
          </a:prstGeom>
          <a:noFill/>
        </p:spPr>
        <p:txBody>
          <a:bodyPr wrap="square" lIns="0" tIns="0" rIns="0" bIns="0" anchor="t">
            <a:spAutoFit/>
          </a:bodyPr>
          <a:lstStyle/>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طراحی و شبیه سازی یک کارخانه هوشمند مبتنی بر سیستم های نهفته</a:t>
            </a:r>
            <a:endParaRPr lang="en-US" sz="1400" b="0" i="0" u="none" dirty="0">
              <a:solidFill>
                <a:srgbClr val="2C3E2F"/>
              </a:solidFill>
              <a:latin typeface="IBM Plex Sans Arabic Medium" panose="020B0603050203000203" pitchFamily="34" charset="-78"/>
              <a:cs typeface="IBM Plex Sans Arabic Medium" panose="020B0603050203000203" pitchFamily="34" charset="-78"/>
            </a:endParaRP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پیاده سازی سیستم پایش و کنترل لحظه ای تجهیزات صنعتی</a:t>
            </a:r>
            <a:endParaRPr lang="en-US" sz="1400" b="0" i="0" u="none" dirty="0">
              <a:solidFill>
                <a:srgbClr val="2C3E2F"/>
              </a:solidFill>
              <a:latin typeface="IBM Plex Sans Arabic Medium" panose="020B0603050203000203" pitchFamily="34" charset="-78"/>
              <a:cs typeface="IBM Plex Sans Arabic Medium" panose="020B0603050203000203" pitchFamily="34" charset="-78"/>
            </a:endParaRP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افزایش ایمنی محیط کارخانه با تشخیص حریق، دود و شرایط غیرعادی</a:t>
            </a:r>
            <a:endParaRPr lang="en-US" sz="1400" b="0" i="0" u="none" dirty="0">
              <a:solidFill>
                <a:srgbClr val="2C3E2F"/>
              </a:solidFill>
              <a:latin typeface="IBM Plex Sans Arabic Medium" panose="020B0603050203000203" pitchFamily="34" charset="-78"/>
              <a:cs typeface="IBM Plex Sans Arabic Medium" panose="020B0603050203000203" pitchFamily="34" charset="-78"/>
            </a:endParaRP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نظارت بر سلامت و عملکرد ماشین آلات و کاهش احتمال خرابی</a:t>
            </a:r>
            <a:endParaRPr lang="en-US" sz="1400" b="0" i="0" u="none" dirty="0">
              <a:solidFill>
                <a:srgbClr val="2C3E2F"/>
              </a:solidFill>
              <a:latin typeface="IBM Plex Sans Arabic Medium" panose="020B0603050203000203" pitchFamily="34" charset="-78"/>
              <a:cs typeface="IBM Plex Sans Arabic Medium" panose="020B0603050203000203" pitchFamily="34" charset="-78"/>
            </a:endParaRP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مدیریت فرآیند تولید و ثبت وضعیت بخش های مختلف کارخانه</a:t>
            </a:r>
            <a:r>
              <a:rPr lang="en-US" sz="1400" b="0" i="0" u="none" dirty="0">
                <a:solidFill>
                  <a:srgbClr val="2C3E2F"/>
                </a:solidFill>
                <a:latin typeface="IBM Plex Sans Arabic Medium" panose="020B0603050203000203" pitchFamily="34" charset="-78"/>
                <a:cs typeface="IBM Plex Sans Arabic Medium" panose="020B0603050203000203" pitchFamily="34" charset="-78"/>
              </a:rPr>
              <a:t> </a:t>
            </a:r>
          </a:p>
          <a:p>
            <a:pPr marL="171450" indent="-171450" algn="r" rtl="1">
              <a:lnSpc>
                <a:spcPct val="150000"/>
              </a:lnSpc>
              <a:buFont typeface="Arial" panose="020B0604020202020204" pitchFamily="34" charset="0"/>
              <a:buChar char="•"/>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نمایش اطلاعات و هشدار ها به صورت لحظه ای در داشبورد مدیریتی</a:t>
            </a:r>
            <a:endParaRPr lang="en-US" sz="1400" b="0" i="0" u="none" dirty="0">
              <a:solidFill>
                <a:srgbClr val="2C3E2F"/>
              </a:solidFill>
              <a:latin typeface="IBM Plex Sans Arabic Medium" panose="020B0603050203000203" pitchFamily="34" charset="-78"/>
              <a:cs typeface="IBM Plex Sans Arabic Medium" panose="020B0603050203000203" pitchFamily="34" charset="-78"/>
            </a:endParaRPr>
          </a:p>
        </p:txBody>
      </p:sp>
      <p:sp>
        <p:nvSpPr>
          <p:cNvPr id="5" name="TextBox 4">
            <a:extLst>
              <a:ext uri="{FF2B5EF4-FFF2-40B4-BE49-F238E27FC236}">
                <a16:creationId xmlns:a16="http://schemas.microsoft.com/office/drawing/2014/main" id="{ADA372F9-B0D2-581C-4533-30D88DA8DD44}"/>
              </a:ext>
            </a:extLst>
          </p:cNvPr>
          <p:cNvSpPr txBox="1"/>
          <p:nvPr/>
        </p:nvSpPr>
        <p:spPr>
          <a:xfrm>
            <a:off x="5562600" y="4246253"/>
            <a:ext cx="6096000" cy="711733"/>
          </a:xfrm>
          <a:prstGeom prst="rect">
            <a:avLst/>
          </a:prstGeom>
          <a:noFill/>
        </p:spPr>
        <p:txBody>
          <a:bodyPr wrap="square">
            <a:spAutoFit/>
          </a:bodyPr>
          <a:lstStyle/>
          <a:p>
            <a:pPr algn="r" rtl="1">
              <a:lnSpc>
                <a:spcPct val="150000"/>
              </a:lnSpc>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توسط میکروکنترلر </a:t>
            </a:r>
            <a:r>
              <a:rPr lang="en-US" sz="1400" b="0" i="0" u="none" dirty="0">
                <a:solidFill>
                  <a:srgbClr val="2C3E2F"/>
                </a:solidFill>
                <a:latin typeface="IBM Plex Sans Arabic Medium" panose="020B0603050203000203" pitchFamily="34" charset="-78"/>
                <a:cs typeface="IBM Plex Sans Arabic Medium" panose="020B0603050203000203" pitchFamily="34" charset="-78"/>
              </a:rPr>
              <a:t>STM32</a:t>
            </a:r>
            <a:r>
              <a:rPr lang="en-US" sz="1400" dirty="0">
                <a:solidFill>
                  <a:srgbClr val="2C3E2F"/>
                </a:solidFill>
                <a:latin typeface="IBM Plex Sans Arabic Medium" panose="020B0603050203000203" pitchFamily="34" charset="-78"/>
                <a:cs typeface="IBM Plex Sans Arabic Medium" panose="020B0603050203000203" pitchFamily="34" charset="-78"/>
              </a:rPr>
              <a:t>f103c8</a:t>
            </a:r>
            <a:r>
              <a:rPr lang="en-US" sz="1400" b="0" i="0" u="none" dirty="0">
                <a:solidFill>
                  <a:srgbClr val="2C3E2F"/>
                </a:solidFill>
                <a:latin typeface="IBM Plex Sans Arabic Medium" panose="020B0603050203000203" pitchFamily="34" charset="-78"/>
                <a:cs typeface="IBM Plex Sans Arabic Medium" panose="020B0603050203000203" pitchFamily="34" charset="-78"/>
              </a:rPr>
              <a:t>، </a:t>
            </a:r>
            <a:r>
              <a:rPr lang="fa-IR" sz="1400" b="0" i="0" u="none" dirty="0">
                <a:solidFill>
                  <a:srgbClr val="2C3E2F"/>
                </a:solidFill>
                <a:latin typeface="IBM Plex Sans Arabic Medium" panose="020B0603050203000203" pitchFamily="34" charset="-78"/>
                <a:cs typeface="IBM Plex Sans Arabic Medium" panose="020B0603050203000203" pitchFamily="34" charset="-78"/>
              </a:rPr>
              <a:t>سنسورها و ارتباط بین اجزای سیستم و شبیه سازی شماتیکی عملکرد یک کارخانه و خط تولید هوشمند</a:t>
            </a:r>
            <a:r>
              <a:rPr lang="en-US" sz="1400" b="0" i="0" u="none" dirty="0">
                <a:solidFill>
                  <a:srgbClr val="2C3E2F"/>
                </a:solidFill>
                <a:latin typeface="IBM Plex Sans Arabic Medium" panose="020B0603050203000203" pitchFamily="34" charset="-78"/>
                <a:cs typeface="IBM Plex Sans Arabic Medium" panose="020B0603050203000203" pitchFamily="34" charset="-78"/>
              </a:rPr>
              <a:t> </a:t>
            </a:r>
            <a:r>
              <a:rPr lang="fa-IR" sz="1400" b="0" i="0" u="none" dirty="0">
                <a:solidFill>
                  <a:srgbClr val="2C3E2F"/>
                </a:solidFill>
                <a:latin typeface="IBM Plex Sans Arabic Medium" panose="020B0603050203000203" pitchFamily="34" charset="-78"/>
                <a:cs typeface="IBM Plex Sans Arabic Medium" panose="020B0603050203000203" pitchFamily="34" charset="-78"/>
              </a:rPr>
              <a:t>در محیط </a:t>
            </a:r>
            <a:r>
              <a:rPr lang="en-US" sz="1400" b="0" i="0" u="none" dirty="0">
                <a:solidFill>
                  <a:srgbClr val="2C3E2F"/>
                </a:solidFill>
                <a:latin typeface="IBM Plex Sans Arabic Medium" panose="020B0603050203000203" pitchFamily="34" charset="-78"/>
                <a:cs typeface="IBM Plex Sans Arabic Medium" panose="020B0603050203000203" pitchFamily="34" charset="-78"/>
              </a:rPr>
              <a:t>Proteus</a:t>
            </a:r>
            <a:endParaRPr lang="fa-IR" sz="1400" b="0" i="0" u="none" dirty="0">
              <a:solidFill>
                <a:srgbClr val="2C3E2F"/>
              </a:solidFill>
              <a:latin typeface="IBM Plex Sans Arabic Medium" panose="020B0603050203000203" pitchFamily="34" charset="-78"/>
              <a:cs typeface="IBM Plex Sans Arabic Medium" panose="020B0603050203000203" pitchFamily="34" charset="-78"/>
            </a:endParaRPr>
          </a:p>
        </p:txBody>
      </p:sp>
      <p:pic>
        <p:nvPicPr>
          <p:cNvPr id="10" name="Picture 9">
            <a:extLst>
              <a:ext uri="{FF2B5EF4-FFF2-40B4-BE49-F238E27FC236}">
                <a16:creationId xmlns:a16="http://schemas.microsoft.com/office/drawing/2014/main" id="{0044F2C6-C68B-1CDB-91BF-30176610C598}"/>
              </a:ext>
            </a:extLst>
          </p:cNvPr>
          <p:cNvPicPr>
            <a:picLocks noChangeAspect="1"/>
          </p:cNvPicPr>
          <p:nvPr/>
        </p:nvPicPr>
        <p:blipFill>
          <a:blip r:embed="rId4"/>
          <a:stretch>
            <a:fillRect/>
          </a:stretch>
        </p:blipFill>
        <p:spPr>
          <a:xfrm>
            <a:off x="2681288" y="3791397"/>
            <a:ext cx="1845575" cy="1580825"/>
          </a:xfrm>
          <a:prstGeom prst="rect">
            <a:avLst/>
          </a:prstGeom>
          <a:ln>
            <a:noFill/>
          </a:ln>
          <a:effectLst>
            <a:outerShdw blurRad="292100" dist="139700" dir="2700000" algn="tl" rotWithShape="0">
              <a:srgbClr val="333333">
                <a:alpha val="65000"/>
              </a:srgbClr>
            </a:outerShdw>
          </a:effectLst>
        </p:spPr>
      </p:pic>
      <p:pic>
        <p:nvPicPr>
          <p:cNvPr id="3079" name="Picture 7" descr="خرید برد بلو پیل STM32 - فروشگاه آیرنکس">
            <a:extLst>
              <a:ext uri="{FF2B5EF4-FFF2-40B4-BE49-F238E27FC236}">
                <a16:creationId xmlns:a16="http://schemas.microsoft.com/office/drawing/2014/main" id="{13BEDEE4-1714-7305-E46A-54E77D644C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1288" y="614017"/>
            <a:ext cx="2736912" cy="16276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3428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10144125" y="6267450"/>
            <a:ext cx="1571625"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معماری سیستم</a:t>
            </a:r>
          </a:p>
        </p:txBody>
      </p:sp>
      <p:sp>
        <p:nvSpPr>
          <p:cNvPr id="20" name="TextBox 19"/>
          <p:cNvSpPr txBox="1"/>
          <p:nvPr/>
        </p:nvSpPr>
        <p:spPr>
          <a:xfrm>
            <a:off x="2773679" y="413295"/>
            <a:ext cx="8761095" cy="319980"/>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معماری سیستم</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81A1237D-31B1-4ABF-9CA1-523960D3D937}"/>
                  </a:ext>
                </a:extLst>
              </p14:cNvPr>
              <p14:cNvContentPartPr/>
              <p14:nvPr/>
            </p14:nvContentPartPr>
            <p14:xfrm>
              <a:off x="1308100" y="766763"/>
              <a:ext cx="9574213" cy="5322887"/>
            </p14:xfrm>
          </p:contentPart>
        </mc:Choice>
        <mc:Fallback xmlns="">
          <p:pic>
            <p:nvPicPr>
              <p:cNvPr id="16" name="Ink 15">
                <a:extLst>
                  <a:ext uri="{FF2B5EF4-FFF2-40B4-BE49-F238E27FC236}">
                    <a16:creationId xmlns:a16="http://schemas.microsoft.com/office/drawing/2014/main" id="{81A1237D-31B1-4ABF-9CA1-523960D3D937}"/>
                  </a:ext>
                </a:extLst>
              </p:cNvPr>
              <p:cNvPicPr/>
              <p:nvPr/>
            </p:nvPicPr>
            <p:blipFill>
              <a:blip r:embed="rId4"/>
              <a:stretch>
                <a:fillRect/>
              </a:stretch>
            </p:blipFill>
            <p:spPr>
              <a:xfrm>
                <a:off x="1290101" y="748764"/>
                <a:ext cx="9609852" cy="5358524"/>
              </a:xfrm>
              <a:prstGeom prst="rect">
                <a:avLst/>
              </a:prstGeom>
            </p:spPr>
          </p:pic>
        </mc:Fallback>
      </mc:AlternateContent>
      <p:grpSp>
        <p:nvGrpSpPr>
          <p:cNvPr id="18" name="Group 17">
            <a:extLst>
              <a:ext uri="{FF2B5EF4-FFF2-40B4-BE49-F238E27FC236}">
                <a16:creationId xmlns:a16="http://schemas.microsoft.com/office/drawing/2014/main" id="{FBD78C13-45BE-303D-7E0A-790F24A5AD22}"/>
              </a:ext>
            </a:extLst>
          </p:cNvPr>
          <p:cNvGrpSpPr/>
          <p:nvPr/>
        </p:nvGrpSpPr>
        <p:grpSpPr>
          <a:xfrm>
            <a:off x="1308100" y="766763"/>
            <a:ext cx="9574213" cy="5322887"/>
            <a:chOff x="1308100" y="766763"/>
            <a:chExt cx="9574213" cy="5322887"/>
          </a:xfrm>
        </p:grpSpPr>
        <p:sp>
          <p:nvSpPr>
            <p:cNvPr id="10" name="TextBox 9">
              <a:extLst>
                <a:ext uri="{FF2B5EF4-FFF2-40B4-BE49-F238E27FC236}">
                  <a16:creationId xmlns:a16="http://schemas.microsoft.com/office/drawing/2014/main" id="{449F2CBC-FC35-1852-3F73-DB26DDFE079B}"/>
                </a:ext>
              </a:extLst>
            </p:cNvPr>
            <p:cNvSpPr txBox="1"/>
            <p:nvPr/>
          </p:nvSpPr>
          <p:spPr>
            <a:xfrm>
              <a:off x="5021580" y="3005940"/>
              <a:ext cx="1775460" cy="319980"/>
            </a:xfrm>
            <a:prstGeom prst="rect">
              <a:avLst/>
            </a:prstGeom>
            <a:noFill/>
          </p:spPr>
          <p:txBody>
            <a:bodyPr wrap="square" lIns="0" tIns="0" rIns="0" bIns="0" anchor="ctr">
              <a:spAutoFit/>
            </a:bodyPr>
            <a:lstStyle/>
            <a:p>
              <a:pPr algn="r" rtl="1">
                <a:lnSpc>
                  <a:spcPts val="2520"/>
                </a:lnSpc>
              </a:pPr>
              <a:r>
                <a:rPr lang="fa-IR" sz="2100" b="0" i="0" u="none" dirty="0">
                  <a:solidFill>
                    <a:srgbClr val="598561"/>
                  </a:solidFill>
                  <a:latin typeface="IBM Plex Sans Arabic Medium" panose="020B0603050203000203" pitchFamily="34" charset="-78"/>
                  <a:cs typeface="IBM Plex Sans Arabic Medium" panose="020B0603050203000203" pitchFamily="34" charset="-78"/>
                </a:rPr>
                <a:t>سیستم هوشمند</a:t>
              </a:r>
            </a:p>
          </p:txBody>
        </p:sp>
        <p:sp>
          <p:nvSpPr>
            <p:cNvPr id="11" name="TextBox 10">
              <a:extLst>
                <a:ext uri="{FF2B5EF4-FFF2-40B4-BE49-F238E27FC236}">
                  <a16:creationId xmlns:a16="http://schemas.microsoft.com/office/drawing/2014/main" id="{9012CE6D-53F7-E471-2A05-AF78D99ECE40}"/>
                </a:ext>
              </a:extLst>
            </p:cNvPr>
            <p:cNvSpPr txBox="1"/>
            <p:nvPr/>
          </p:nvSpPr>
          <p:spPr>
            <a:xfrm>
              <a:off x="1376680" y="5246190"/>
              <a:ext cx="1775460" cy="319980"/>
            </a:xfrm>
            <a:prstGeom prst="rect">
              <a:avLst/>
            </a:prstGeom>
            <a:noFill/>
          </p:spPr>
          <p:txBody>
            <a:bodyPr wrap="square" lIns="0" tIns="0" rIns="0" bIns="0" anchor="ctr">
              <a:spAutoFit/>
            </a:bodyPr>
            <a:lstStyle/>
            <a:p>
              <a:pPr algn="r" rtl="1">
                <a:lnSpc>
                  <a:spcPts val="2520"/>
                </a:lnSpc>
              </a:pPr>
              <a:r>
                <a:rPr lang="fa-IR" b="0" i="0" u="none" dirty="0">
                  <a:solidFill>
                    <a:srgbClr val="598561"/>
                  </a:solidFill>
                  <a:latin typeface="IBM Plex Sans Arabic Medium" panose="020B0603050203000203" pitchFamily="34" charset="-78"/>
                  <a:cs typeface="IBM Plex Sans Arabic Medium" panose="020B0603050203000203" pitchFamily="34" charset="-78"/>
                </a:rPr>
                <a:t>پایش محیط و آتش</a:t>
              </a:r>
            </a:p>
          </p:txBody>
        </p:sp>
        <p:sp>
          <p:nvSpPr>
            <p:cNvPr id="12" name="TextBox 11">
              <a:extLst>
                <a:ext uri="{FF2B5EF4-FFF2-40B4-BE49-F238E27FC236}">
                  <a16:creationId xmlns:a16="http://schemas.microsoft.com/office/drawing/2014/main" id="{A3E63FBB-7D4E-E31F-2422-D449D8E6EFDD}"/>
                </a:ext>
              </a:extLst>
            </p:cNvPr>
            <p:cNvSpPr txBox="1"/>
            <p:nvPr/>
          </p:nvSpPr>
          <p:spPr>
            <a:xfrm>
              <a:off x="3935524" y="5340094"/>
              <a:ext cx="1775460" cy="630301"/>
            </a:xfrm>
            <a:prstGeom prst="rect">
              <a:avLst/>
            </a:prstGeom>
            <a:noFill/>
          </p:spPr>
          <p:txBody>
            <a:bodyPr wrap="square" lIns="0" tIns="0" rIns="0" bIns="0" anchor="ctr">
              <a:spAutoFit/>
            </a:bodyPr>
            <a:lstStyle/>
            <a:p>
              <a:pPr algn="r" rtl="1">
                <a:lnSpc>
                  <a:spcPts val="2520"/>
                </a:lnSpc>
              </a:pPr>
              <a:r>
                <a:rPr lang="fa-IR" b="0" i="0" u="none" dirty="0">
                  <a:solidFill>
                    <a:srgbClr val="598561"/>
                  </a:solidFill>
                  <a:latin typeface="IBM Plex Sans Arabic Medium" panose="020B0603050203000203" pitchFamily="34" charset="-78"/>
                  <a:cs typeface="IBM Plex Sans Arabic Medium" panose="020B0603050203000203" pitchFamily="34" charset="-78"/>
                </a:rPr>
                <a:t>پایش و نگهداری دستگاه های تولید</a:t>
              </a:r>
            </a:p>
          </p:txBody>
        </p:sp>
        <p:sp>
          <p:nvSpPr>
            <p:cNvPr id="13" name="TextBox 12">
              <a:extLst>
                <a:ext uri="{FF2B5EF4-FFF2-40B4-BE49-F238E27FC236}">
                  <a16:creationId xmlns:a16="http://schemas.microsoft.com/office/drawing/2014/main" id="{F854EAE6-6805-6FD2-7622-7034300E5357}"/>
                </a:ext>
              </a:extLst>
            </p:cNvPr>
            <p:cNvSpPr txBox="1"/>
            <p:nvPr/>
          </p:nvSpPr>
          <p:spPr>
            <a:xfrm>
              <a:off x="6355981" y="5340094"/>
              <a:ext cx="1775460" cy="630301"/>
            </a:xfrm>
            <a:prstGeom prst="rect">
              <a:avLst/>
            </a:prstGeom>
            <a:noFill/>
          </p:spPr>
          <p:txBody>
            <a:bodyPr wrap="square" lIns="0" tIns="0" rIns="0" bIns="0" anchor="ctr">
              <a:spAutoFit/>
            </a:bodyPr>
            <a:lstStyle/>
            <a:p>
              <a:pPr algn="r" rtl="1">
                <a:lnSpc>
                  <a:spcPts val="2520"/>
                </a:lnSpc>
              </a:pPr>
              <a:r>
                <a:rPr lang="fa-IR" b="0" i="0" u="none" dirty="0">
                  <a:solidFill>
                    <a:srgbClr val="598561"/>
                  </a:solidFill>
                  <a:latin typeface="IBM Plex Sans Arabic Medium" panose="020B0603050203000203" pitchFamily="34" charset="-78"/>
                  <a:cs typeface="IBM Plex Sans Arabic Medium" panose="020B0603050203000203" pitchFamily="34" charset="-78"/>
                </a:rPr>
                <a:t>کنترل کیفی محصولات</a:t>
              </a:r>
            </a:p>
          </p:txBody>
        </p:sp>
        <p:sp>
          <p:nvSpPr>
            <p:cNvPr id="14" name="TextBox 13">
              <a:extLst>
                <a:ext uri="{FF2B5EF4-FFF2-40B4-BE49-F238E27FC236}">
                  <a16:creationId xmlns:a16="http://schemas.microsoft.com/office/drawing/2014/main" id="{5C70822F-C377-5C1A-6305-93CDFAF3810F}"/>
                </a:ext>
              </a:extLst>
            </p:cNvPr>
            <p:cNvSpPr txBox="1"/>
            <p:nvPr/>
          </p:nvSpPr>
          <p:spPr>
            <a:xfrm>
              <a:off x="8838565" y="5272680"/>
              <a:ext cx="1775460" cy="319980"/>
            </a:xfrm>
            <a:prstGeom prst="rect">
              <a:avLst/>
            </a:prstGeom>
            <a:noFill/>
          </p:spPr>
          <p:txBody>
            <a:bodyPr wrap="square" lIns="0" tIns="0" rIns="0" bIns="0" anchor="ctr">
              <a:spAutoFit/>
            </a:bodyPr>
            <a:lstStyle/>
            <a:p>
              <a:pPr algn="r" rtl="1">
                <a:lnSpc>
                  <a:spcPts val="2520"/>
                </a:lnSpc>
              </a:pPr>
              <a:r>
                <a:rPr lang="fa-IR" b="0" i="0" u="none" dirty="0">
                  <a:solidFill>
                    <a:srgbClr val="598561"/>
                  </a:solidFill>
                  <a:latin typeface="IBM Plex Sans Arabic Medium" panose="020B0603050203000203" pitchFamily="34" charset="-78"/>
                  <a:cs typeface="IBM Plex Sans Arabic Medium" panose="020B0603050203000203" pitchFamily="34" charset="-78"/>
                </a:rPr>
                <a:t>مدیریت نیروی کار</a:t>
              </a:r>
            </a:p>
          </p:txBody>
        </p:sp>
        <p:sp>
          <p:nvSpPr>
            <p:cNvPr id="15" name="TextBox 14">
              <a:extLst>
                <a:ext uri="{FF2B5EF4-FFF2-40B4-BE49-F238E27FC236}">
                  <a16:creationId xmlns:a16="http://schemas.microsoft.com/office/drawing/2014/main" id="{534C284D-AF02-2F01-6639-019AB709B3F3}"/>
                </a:ext>
              </a:extLst>
            </p:cNvPr>
            <p:cNvSpPr txBox="1"/>
            <p:nvPr/>
          </p:nvSpPr>
          <p:spPr>
            <a:xfrm>
              <a:off x="4626610" y="1227100"/>
              <a:ext cx="2319020" cy="309700"/>
            </a:xfrm>
            <a:prstGeom prst="rect">
              <a:avLst/>
            </a:prstGeom>
            <a:noFill/>
          </p:spPr>
          <p:txBody>
            <a:bodyPr wrap="square" lIns="0" tIns="0" rIns="0" bIns="0" anchor="ctr">
              <a:spAutoFit/>
            </a:bodyPr>
            <a:lstStyle/>
            <a:p>
              <a:pPr algn="r" rtl="1">
                <a:lnSpc>
                  <a:spcPts val="2520"/>
                </a:lnSpc>
              </a:pPr>
              <a:r>
                <a:rPr lang="fa-IR" b="0" i="0" u="none" dirty="0">
                  <a:solidFill>
                    <a:srgbClr val="598561"/>
                  </a:solidFill>
                  <a:latin typeface="IBM Plex Sans Arabic Medium" panose="020B0603050203000203" pitchFamily="34" charset="-78"/>
                  <a:cs typeface="IBM Plex Sans Arabic Medium" panose="020B0603050203000203" pitchFamily="34" charset="-78"/>
                </a:rPr>
                <a:t>رابط کاربری و پنل مدیریتی</a:t>
              </a:r>
            </a:p>
          </p:txBody>
        </p:sp>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8ECDA334-4DC6-DC8A-C26E-119196992EB3}"/>
                    </a:ext>
                  </a:extLst>
                </p14:cNvPr>
                <p14:cNvContentPartPr/>
                <p14:nvPr/>
              </p14:nvContentPartPr>
              <p14:xfrm>
                <a:off x="1308100" y="766763"/>
                <a:ext cx="9574213" cy="5322887"/>
              </p14:xfrm>
            </p:contentPart>
          </mc:Choice>
          <mc:Fallback xmlns="">
            <p:pic>
              <p:nvPicPr>
                <p:cNvPr id="17" name="Ink 16">
                  <a:extLst>
                    <a:ext uri="{FF2B5EF4-FFF2-40B4-BE49-F238E27FC236}">
                      <a16:creationId xmlns:a16="http://schemas.microsoft.com/office/drawing/2014/main" id="{8ECDA334-4DC6-DC8A-C26E-119196992EB3}"/>
                    </a:ext>
                  </a:extLst>
                </p:cNvPr>
                <p:cNvPicPr/>
                <p:nvPr/>
              </p:nvPicPr>
              <p:blipFill>
                <a:blip r:embed="rId6"/>
                <a:stretch>
                  <a:fillRect/>
                </a:stretch>
              </p:blipFill>
              <p:spPr>
                <a:xfrm>
                  <a:off x="1290101" y="748764"/>
                  <a:ext cx="9609852" cy="5358524"/>
                </a:xfrm>
                <a:prstGeom prst="rect">
                  <a:avLst/>
                </a:prstGeom>
              </p:spPr>
            </p:pic>
          </mc:Fallback>
        </mc:AlternateContent>
      </p:grpSp>
    </p:spTree>
    <p:extLst>
      <p:ext uri="{BB962C8B-B14F-4D97-AF65-F5344CB8AC3E}">
        <p14:creationId xmlns:p14="http://schemas.microsoft.com/office/powerpoint/2010/main" val="847577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10144125" y="6267450"/>
            <a:ext cx="1571625"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معماری سیستم</a:t>
            </a:r>
          </a:p>
        </p:txBody>
      </p:sp>
      <p:sp>
        <p:nvSpPr>
          <p:cNvPr id="20" name="TextBox 19"/>
          <p:cNvSpPr txBox="1"/>
          <p:nvPr/>
        </p:nvSpPr>
        <p:spPr>
          <a:xfrm>
            <a:off x="2773679" y="413295"/>
            <a:ext cx="8761095" cy="319980"/>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معماری سیستم</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sp>
        <p:nvSpPr>
          <p:cNvPr id="23" name="TextBox 22">
            <a:extLst>
              <a:ext uri="{FF2B5EF4-FFF2-40B4-BE49-F238E27FC236}">
                <a16:creationId xmlns:a16="http://schemas.microsoft.com/office/drawing/2014/main" id="{A3B7D520-7F62-BE70-C08F-B8E6489E7BC2}"/>
              </a:ext>
            </a:extLst>
          </p:cNvPr>
          <p:cNvSpPr txBox="1"/>
          <p:nvPr/>
        </p:nvSpPr>
        <p:spPr>
          <a:xfrm>
            <a:off x="8580120" y="1057658"/>
            <a:ext cx="3078480" cy="2558393"/>
          </a:xfrm>
          <a:prstGeom prst="rect">
            <a:avLst/>
          </a:prstGeom>
          <a:noFill/>
        </p:spPr>
        <p:txBody>
          <a:bodyPr wrap="square" lIns="0" tIns="0" rIns="0" bIns="0" anchor="t">
            <a:spAutoFit/>
          </a:bodyPr>
          <a:lstStyle/>
          <a:p>
            <a:pPr algn="r" rtl="1">
              <a:lnSpc>
                <a:spcPct val="150000"/>
              </a:lnSpc>
            </a:pPr>
            <a:r>
              <a:rPr lang="fa-IR" sz="1400" dirty="0">
                <a:solidFill>
                  <a:srgbClr val="2C3E2F"/>
                </a:solidFill>
                <a:latin typeface="IBM Plex Sans Arabic Medium" panose="020B0603050203000203" pitchFamily="34" charset="-78"/>
                <a:cs typeface="IBM Plex Sans Arabic Medium" panose="020B0603050203000203" pitchFamily="34" charset="-78"/>
              </a:rPr>
              <a:t>● این پروژه به ۴ بخش </a:t>
            </a:r>
          </a:p>
          <a:p>
            <a:pPr algn="r" rtl="1">
              <a:lnSpc>
                <a:spcPct val="150000"/>
              </a:lnSpc>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۱- پایش محیط و امنیت </a:t>
            </a:r>
          </a:p>
          <a:p>
            <a:pPr algn="r" rtl="1">
              <a:lnSpc>
                <a:spcPct val="150000"/>
              </a:lnSpc>
            </a:pPr>
            <a:r>
              <a:rPr lang="fa-IR" sz="1400" dirty="0">
                <a:solidFill>
                  <a:srgbClr val="2C3E2F"/>
                </a:solidFill>
                <a:latin typeface="IBM Plex Sans Arabic Medium" panose="020B0603050203000203" pitchFamily="34" charset="-78"/>
                <a:cs typeface="IBM Plex Sans Arabic Medium" panose="020B0603050203000203" pitchFamily="34" charset="-78"/>
              </a:rPr>
              <a:t>۲- کنترل کیفی</a:t>
            </a:r>
          </a:p>
          <a:p>
            <a:pPr algn="r" rtl="1">
              <a:lnSpc>
                <a:spcPct val="150000"/>
              </a:lnSpc>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۳- </a:t>
            </a:r>
            <a:r>
              <a:rPr lang="fa-IR" sz="1400" dirty="0">
                <a:solidFill>
                  <a:srgbClr val="2C3E2F"/>
                </a:solidFill>
                <a:latin typeface="IBM Plex Sans Arabic Medium" panose="020B0603050203000203" pitchFamily="34" charset="-78"/>
                <a:cs typeface="IBM Plex Sans Arabic Medium" panose="020B0603050203000203" pitchFamily="34" charset="-78"/>
              </a:rPr>
              <a:t>پایش دستگاه های تولیدی</a:t>
            </a:r>
          </a:p>
          <a:p>
            <a:pPr algn="r" rtl="1">
              <a:lnSpc>
                <a:spcPct val="150000"/>
              </a:lnSpc>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۴- مدیریت نیروی کار و امنیت نیروی کار</a:t>
            </a:r>
          </a:p>
          <a:p>
            <a:pPr algn="r" rtl="1">
              <a:lnSpc>
                <a:spcPct val="150000"/>
              </a:lnSpc>
            </a:pPr>
            <a:endParaRPr lang="fa-IR" sz="1400" dirty="0">
              <a:solidFill>
                <a:srgbClr val="2C3E2F"/>
              </a:solidFill>
              <a:latin typeface="IBM Plex Sans Arabic Medium" panose="020B0603050203000203" pitchFamily="34" charset="-78"/>
              <a:cs typeface="IBM Plex Sans Arabic Medium" panose="020B0603050203000203" pitchFamily="34" charset="-78"/>
            </a:endParaRPr>
          </a:p>
          <a:p>
            <a:pPr algn="r" rtl="1">
              <a:lnSpc>
                <a:spcPct val="150000"/>
              </a:lnSpc>
            </a:pPr>
            <a:r>
              <a:rPr lang="fa-IR" sz="1400" b="0" i="0" u="none" dirty="0">
                <a:solidFill>
                  <a:srgbClr val="2C3E2F"/>
                </a:solidFill>
                <a:latin typeface="IBM Plex Sans Arabic Medium" panose="020B0603050203000203" pitchFamily="34" charset="-78"/>
                <a:cs typeface="IBM Plex Sans Arabic Medium" panose="020B0603050203000203" pitchFamily="34" charset="-78"/>
              </a:rPr>
              <a:t>تقسیم شده که هر بخش بطور مجزا توسط یک نفر از اعضا پیاده سازی شده است. </a:t>
            </a:r>
          </a:p>
        </p:txBody>
      </p:sp>
      <p:sp>
        <p:nvSpPr>
          <p:cNvPr id="24" name="TextBox 23">
            <a:extLst>
              <a:ext uri="{FF2B5EF4-FFF2-40B4-BE49-F238E27FC236}">
                <a16:creationId xmlns:a16="http://schemas.microsoft.com/office/drawing/2014/main" id="{5E65B6C0-66D8-0CB1-0395-463E2E730676}"/>
              </a:ext>
            </a:extLst>
          </p:cNvPr>
          <p:cNvSpPr txBox="1"/>
          <p:nvPr/>
        </p:nvSpPr>
        <p:spPr>
          <a:xfrm>
            <a:off x="4518660" y="1057658"/>
            <a:ext cx="3078480" cy="1252715"/>
          </a:xfrm>
          <a:prstGeom prst="rect">
            <a:avLst/>
          </a:prstGeom>
          <a:noFill/>
        </p:spPr>
        <p:txBody>
          <a:bodyPr wrap="square" lIns="0" tIns="0" rIns="0" bIns="0" anchor="t">
            <a:spAutoFit/>
          </a:bodyPr>
          <a:lstStyle/>
          <a:p>
            <a:pPr algn="r" rtl="1">
              <a:lnSpc>
                <a:spcPct val="150000"/>
              </a:lnSpc>
            </a:pPr>
            <a:r>
              <a:rPr lang="fa-IR" sz="1400" dirty="0">
                <a:solidFill>
                  <a:srgbClr val="2C3E2F"/>
                </a:solidFill>
                <a:latin typeface="IBM Plex Sans Arabic Medium" panose="020B0603050203000203" pitchFamily="34" charset="-78"/>
                <a:cs typeface="IBM Plex Sans Arabic Medium" panose="020B0603050203000203" pitchFamily="34" charset="-78"/>
              </a:rPr>
              <a:t>● سعی شده تا معماری به صورت لایه ای و مدولار طراحی شده است. این طراحی باعث می‌شود هر زیر سیستم به طور مستقل توسعه یابد اما تمام بخش ها از طریق سیستم مرکزی با یکدیگر هماهنگ باشند. </a:t>
            </a:r>
            <a:endParaRPr lang="fa-IR" sz="1400" b="0" i="0" u="none" dirty="0">
              <a:solidFill>
                <a:srgbClr val="2C3E2F"/>
              </a:solidFill>
              <a:latin typeface="IBM Plex Sans Arabic Medium" panose="020B0603050203000203" pitchFamily="34" charset="-78"/>
              <a:cs typeface="IBM Plex Sans Arabic Medium" panose="020B0603050203000203" pitchFamily="34" charset="-78"/>
            </a:endParaRPr>
          </a:p>
        </p:txBody>
      </p:sp>
      <p:sp>
        <p:nvSpPr>
          <p:cNvPr id="25" name="TextBox 24">
            <a:extLst>
              <a:ext uri="{FF2B5EF4-FFF2-40B4-BE49-F238E27FC236}">
                <a16:creationId xmlns:a16="http://schemas.microsoft.com/office/drawing/2014/main" id="{67CAA8A3-E3CC-FED9-85A9-3AF84C7A2C97}"/>
              </a:ext>
            </a:extLst>
          </p:cNvPr>
          <p:cNvSpPr txBox="1"/>
          <p:nvPr/>
        </p:nvSpPr>
        <p:spPr>
          <a:xfrm>
            <a:off x="243840" y="1057658"/>
            <a:ext cx="3710940" cy="1265731"/>
          </a:xfrm>
          <a:prstGeom prst="rect">
            <a:avLst/>
          </a:prstGeom>
          <a:noFill/>
        </p:spPr>
        <p:txBody>
          <a:bodyPr wrap="square" lIns="0" tIns="0" rIns="0" bIns="0" anchor="t">
            <a:spAutoFit/>
          </a:bodyPr>
          <a:lstStyle/>
          <a:p>
            <a:pPr algn="r" rtl="1">
              <a:lnSpc>
                <a:spcPct val="150000"/>
              </a:lnSpc>
            </a:pPr>
            <a:r>
              <a:rPr lang="fa-IR" sz="1400" dirty="0">
                <a:solidFill>
                  <a:srgbClr val="2C3E2F"/>
                </a:solidFill>
                <a:latin typeface="IBM Plex Sans Arabic Medium" panose="020B0603050203000203" pitchFamily="34" charset="-78"/>
                <a:cs typeface="IBM Plex Sans Arabic Medium" panose="020B0603050203000203" pitchFamily="34" charset="-78"/>
              </a:rPr>
              <a:t>● معماری این پروژه بر اساس الگوی سه لایه ای:</a:t>
            </a:r>
          </a:p>
          <a:p>
            <a:pPr algn="r" rtl="1">
              <a:lnSpc>
                <a:spcPct val="150000"/>
              </a:lnSpc>
            </a:pPr>
            <a:r>
              <a:rPr lang="fa-IR" sz="1400" dirty="0">
                <a:solidFill>
                  <a:srgbClr val="2C3E2F"/>
                </a:solidFill>
                <a:latin typeface="IBM Plex Sans Arabic Medium" panose="020B0603050203000203" pitchFamily="34" charset="-78"/>
                <a:cs typeface="IBM Plex Sans Arabic Medium" panose="020B0603050203000203" pitchFamily="34" charset="-78"/>
              </a:rPr>
              <a:t>	۱- فریمور و سخت افزار</a:t>
            </a:r>
          </a:p>
          <a:p>
            <a:pPr algn="r" rtl="1">
              <a:lnSpc>
                <a:spcPct val="150000"/>
              </a:lnSpc>
            </a:pPr>
            <a:r>
              <a:rPr lang="fa-IR" sz="1400" dirty="0">
                <a:solidFill>
                  <a:srgbClr val="2C3E2F"/>
                </a:solidFill>
                <a:latin typeface="IBM Plex Sans Arabic Medium" panose="020B0603050203000203" pitchFamily="34" charset="-78"/>
                <a:cs typeface="IBM Plex Sans Arabic Medium" panose="020B0603050203000203" pitchFamily="34" charset="-78"/>
              </a:rPr>
              <a:t>	۲- سیستم مرکزی </a:t>
            </a:r>
          </a:p>
          <a:p>
            <a:pPr algn="r" rtl="1">
              <a:lnSpc>
                <a:spcPct val="150000"/>
              </a:lnSpc>
            </a:pPr>
            <a:r>
              <a:rPr lang="fa-IR" sz="1400" dirty="0">
                <a:solidFill>
                  <a:srgbClr val="2C3E2F"/>
                </a:solidFill>
                <a:latin typeface="IBM Plex Sans Arabic Medium" panose="020B0603050203000203" pitchFamily="34" charset="-78"/>
                <a:cs typeface="IBM Plex Sans Arabic Medium" panose="020B0603050203000203" pitchFamily="34" charset="-78"/>
              </a:rPr>
              <a:t>	۳- رابط کاربری</a:t>
            </a:r>
          </a:p>
        </p:txBody>
      </p:sp>
    </p:spTree>
    <p:extLst>
      <p:ext uri="{BB962C8B-B14F-4D97-AF65-F5344CB8AC3E}">
        <p14:creationId xmlns:p14="http://schemas.microsoft.com/office/powerpoint/2010/main" val="1663132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سامانه پایش محیط و ایمنی حریق </a:t>
            </a:r>
            <a:r>
              <a:rPr lang="en-US" sz="975" b="0" i="0" u="none" dirty="0">
                <a:solidFill>
                  <a:srgbClr val="598561"/>
                </a:solidFill>
                <a:latin typeface="IBM Plex Sans Arabic Medium" panose="020B0603050203000203" pitchFamily="34" charset="-78"/>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زیر بخش‌۱؛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sp>
        <p:nvSpPr>
          <p:cNvPr id="4" name="TextBox 3">
            <a:extLst>
              <a:ext uri="{FF2B5EF4-FFF2-40B4-BE49-F238E27FC236}">
                <a16:creationId xmlns:a16="http://schemas.microsoft.com/office/drawing/2014/main" id="{372EDE37-9BD7-E844-0894-4C907EE15650}"/>
              </a:ext>
            </a:extLst>
          </p:cNvPr>
          <p:cNvSpPr txBox="1"/>
          <p:nvPr/>
        </p:nvSpPr>
        <p:spPr>
          <a:xfrm>
            <a:off x="2381249" y="2465781"/>
            <a:ext cx="7429500" cy="861774"/>
          </a:xfrm>
          <a:prstGeom prst="rect">
            <a:avLst/>
          </a:prstGeom>
          <a:noFill/>
        </p:spPr>
        <p:txBody>
          <a:bodyPr wrap="square">
            <a:spAutoFit/>
          </a:bodyPr>
          <a:lstStyle/>
          <a:p>
            <a:pPr algn="ctr" rtl="1"/>
            <a:r>
              <a:rPr lang="fa-IR" sz="3200" b="0" i="0" u="none" dirty="0">
                <a:solidFill>
                  <a:srgbClr val="2B4C31"/>
                </a:solidFill>
                <a:latin typeface="IBM Plex Sans Arabic Medium" panose="020B0603050203000203" pitchFamily="34" charset="-78"/>
                <a:cs typeface="IBM Plex Sans Arabic Medium" panose="020B0603050203000203" pitchFamily="34" charset="-78"/>
              </a:rPr>
              <a:t>سامانه پایش محیط و ایمنی حریق </a:t>
            </a:r>
            <a:r>
              <a:rPr lang="en-US" sz="3200" b="0" i="0" u="none" dirty="0">
                <a:solidFill>
                  <a:srgbClr val="2B4C31"/>
                </a:solidFill>
                <a:latin typeface="IBM Plex Sans Arabic Medium" panose="020B0603050203000203" pitchFamily="34" charset="-78"/>
                <a:cs typeface="IBM Plex Sans Arabic Medium" panose="020B0603050203000203" pitchFamily="34" charset="-78"/>
              </a:rPr>
              <a:t>STM32</a:t>
            </a:r>
            <a:endParaRPr lang="fa-IR" sz="3200" b="0" i="0" u="none" dirty="0">
              <a:solidFill>
                <a:srgbClr val="2B4C31"/>
              </a:solidFill>
              <a:latin typeface="IBM Plex Sans Arabic Medium" panose="020B0603050203000203" pitchFamily="34" charset="-78"/>
              <a:cs typeface="IBM Plex Sans Arabic Medium" panose="020B0603050203000203" pitchFamily="34" charset="-78"/>
            </a:endParaRPr>
          </a:p>
          <a:p>
            <a:pPr algn="ctr" rtl="1"/>
            <a:endParaRPr lang="en-US" dirty="0"/>
          </a:p>
        </p:txBody>
      </p:sp>
      <p:sp>
        <p:nvSpPr>
          <p:cNvPr id="5" name="Rectangle: Rounded Corners 4">
            <a:extLst>
              <a:ext uri="{FF2B5EF4-FFF2-40B4-BE49-F238E27FC236}">
                <a16:creationId xmlns:a16="http://schemas.microsoft.com/office/drawing/2014/main" id="{AED5023D-FFFA-C74F-E834-6DCD78E3501B}"/>
              </a:ext>
            </a:extLst>
          </p:cNvPr>
          <p:cNvSpPr/>
          <p:nvPr/>
        </p:nvSpPr>
        <p:spPr>
          <a:xfrm>
            <a:off x="3699862" y="3371092"/>
            <a:ext cx="4792275" cy="379468"/>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BC6D63F5-D312-2C18-9884-D4E0233A9B7A}"/>
              </a:ext>
            </a:extLst>
          </p:cNvPr>
          <p:cNvSpPr txBox="1"/>
          <p:nvPr/>
        </p:nvSpPr>
        <p:spPr>
          <a:xfrm>
            <a:off x="3047999" y="3344122"/>
            <a:ext cx="6096000" cy="923330"/>
          </a:xfrm>
          <a:prstGeom prst="rect">
            <a:avLst/>
          </a:prstGeom>
          <a:noFill/>
        </p:spPr>
        <p:txBody>
          <a:bodyPr wrap="square">
            <a:spAutoFit/>
          </a:bodyPr>
          <a:lstStyle/>
          <a:p>
            <a:pPr algn="ctr" rtl="1">
              <a:spcBef>
                <a:spcPts val="750"/>
              </a:spcBef>
            </a:pPr>
            <a:r>
              <a:rPr lang="fa-IR" b="1" i="0" dirty="0">
                <a:solidFill>
                  <a:schemeClr val="bg1"/>
                </a:solidFill>
                <a:effectLst/>
                <a:latin typeface="IBM Plex Sans Arabic Medium" panose="020B0603050203000203" pitchFamily="34" charset="-78"/>
                <a:cs typeface="IBM Plex Sans Arabic Medium" panose="020B0603050203000203" pitchFamily="34" charset="-78"/>
              </a:rPr>
              <a:t>کنترل هوشمند دما، اعلام حریق و ارسال تله متری</a:t>
            </a:r>
          </a:p>
          <a:p>
            <a:pPr algn="ctr" rtl="1"/>
            <a:br>
              <a:rPr lang="fa-IR" dirty="0"/>
            </a:br>
            <a:endParaRPr lang="en-US" dirty="0"/>
          </a:p>
        </p:txBody>
      </p:sp>
      <p:sp>
        <p:nvSpPr>
          <p:cNvPr id="2" name="TextBox 1">
            <a:extLst>
              <a:ext uri="{FF2B5EF4-FFF2-40B4-BE49-F238E27FC236}">
                <a16:creationId xmlns:a16="http://schemas.microsoft.com/office/drawing/2014/main" id="{FD65AA4E-FB66-AA43-DB72-EF77F75DD561}"/>
              </a:ext>
            </a:extLst>
          </p:cNvPr>
          <p:cNvSpPr txBox="1"/>
          <p:nvPr/>
        </p:nvSpPr>
        <p:spPr>
          <a:xfrm>
            <a:off x="2381249" y="3825229"/>
            <a:ext cx="7429500" cy="261610"/>
          </a:xfrm>
          <a:prstGeom prst="rect">
            <a:avLst/>
          </a:prstGeom>
          <a:noFill/>
        </p:spPr>
        <p:txBody>
          <a:bodyPr wrap="square">
            <a:spAutoFit/>
          </a:bodyPr>
          <a:lstStyle/>
          <a:p>
            <a:pPr algn="ctr" rtl="1"/>
            <a:r>
              <a:rPr lang="fa-IR" sz="1100" dirty="0">
                <a:latin typeface="IBM Plex Sans Arabic Medium" panose="020B0603050203000203" pitchFamily="34" charset="-78"/>
                <a:cs typeface="IBM Plex Sans Arabic Medium" panose="020B0603050203000203" pitchFamily="34" charset="-78"/>
              </a:rPr>
              <a:t>سیستم های نهفته با </a:t>
            </a:r>
            <a:r>
              <a:rPr lang="fa-IR" sz="1100" dirty="0" err="1">
                <a:latin typeface="IBM Plex Sans Arabic Medium" panose="020B0603050203000203" pitchFamily="34" charset="-78"/>
                <a:cs typeface="IBM Plex Sans Arabic Medium" panose="020B0603050203000203" pitchFamily="34" charset="-78"/>
              </a:rPr>
              <a:t>درایور</a:t>
            </a:r>
            <a:r>
              <a:rPr lang="fa-IR" sz="1100" dirty="0">
                <a:latin typeface="IBM Plex Sans Arabic Medium" panose="020B0603050203000203" pitchFamily="34" charset="-78"/>
                <a:cs typeface="IBM Plex Sans Arabic Medium" panose="020B0603050203000203" pitchFamily="34" charset="-78"/>
              </a:rPr>
              <a:t> های </a:t>
            </a:r>
            <a:r>
              <a:rPr lang="en-US" sz="1100" dirty="0">
                <a:latin typeface="IBM Plex Sans Arabic Medium" panose="020B0603050203000203" pitchFamily="34" charset="-78"/>
                <a:cs typeface="IBM Plex Sans Arabic Medium" panose="020B0603050203000203" pitchFamily="34" charset="-78"/>
              </a:rPr>
              <a:t>HAL </a:t>
            </a:r>
            <a:r>
              <a:rPr lang="fa-IR" sz="1100" dirty="0">
                <a:latin typeface="IBM Plex Sans Arabic Medium" panose="020B0603050203000203" pitchFamily="34" charset="-78"/>
                <a:cs typeface="IBM Plex Sans Arabic Medium" panose="020B0603050203000203" pitchFamily="34" charset="-78"/>
              </a:rPr>
              <a:t> و معماری دو برده</a:t>
            </a:r>
          </a:p>
        </p:txBody>
      </p:sp>
      <p:pic>
        <p:nvPicPr>
          <p:cNvPr id="6146" name="Picture 2">
            <a:extLst>
              <a:ext uri="{FF2B5EF4-FFF2-40B4-BE49-F238E27FC236}">
                <a16:creationId xmlns:a16="http://schemas.microsoft.com/office/drawing/2014/main" id="{E08B50DC-99A7-A8C5-61AC-B1C91469E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0494" y="3884596"/>
            <a:ext cx="123825"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636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سامانه پایش محیط و ایمنی حریق </a:t>
            </a:r>
            <a:r>
              <a:rPr lang="en-US" sz="975" b="0" i="0" u="none" dirty="0">
                <a:solidFill>
                  <a:srgbClr val="598561"/>
                </a:solidFill>
                <a:latin typeface="IBM Plex Sans Arabic Medium" panose="020B0603050203000203" pitchFamily="34" charset="-78"/>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زیر بخش‌۱؛ معماری و ساختار فایل ها</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8093124" y="2047279"/>
            <a:ext cx="3575000" cy="2215157"/>
          </a:xfrm>
          <a:prstGeom prst="rect">
            <a:avLst/>
          </a:prstGeom>
        </p:spPr>
      </p:pic>
      <p:pic>
        <p:nvPicPr>
          <p:cNvPr id="4" name="Picture 3" descr="image.png"/>
          <p:cNvPicPr>
            <a:picLocks noChangeAspect="1"/>
          </p:cNvPicPr>
          <p:nvPr/>
        </p:nvPicPr>
        <p:blipFill>
          <a:blip r:embed="rId4"/>
          <a:stretch>
            <a:fillRect/>
          </a:stretch>
        </p:blipFill>
        <p:spPr>
          <a:xfrm>
            <a:off x="4308574" y="2047279"/>
            <a:ext cx="3575000" cy="2215157"/>
          </a:xfrm>
          <a:prstGeom prst="rect">
            <a:avLst/>
          </a:prstGeom>
        </p:spPr>
      </p:pic>
      <p:pic>
        <p:nvPicPr>
          <p:cNvPr id="5" name="Picture 4" descr="image.png"/>
          <p:cNvPicPr>
            <a:picLocks noChangeAspect="1"/>
          </p:cNvPicPr>
          <p:nvPr/>
        </p:nvPicPr>
        <p:blipFill>
          <a:blip r:embed="rId5"/>
          <a:stretch>
            <a:fillRect/>
          </a:stretch>
        </p:blipFill>
        <p:spPr>
          <a:xfrm>
            <a:off x="524023" y="2047279"/>
            <a:ext cx="3575000" cy="2215157"/>
          </a:xfrm>
          <a:prstGeom prst="rect">
            <a:avLst/>
          </a:prstGeom>
        </p:spPr>
      </p:pic>
      <p:pic>
        <p:nvPicPr>
          <p:cNvPr id="8" name="Picture 7" descr="image.png"/>
          <p:cNvPicPr>
            <a:picLocks noChangeAspect="1"/>
          </p:cNvPicPr>
          <p:nvPr/>
        </p:nvPicPr>
        <p:blipFill>
          <a:blip r:embed="rId6"/>
          <a:stretch>
            <a:fillRect/>
          </a:stretch>
        </p:blipFill>
        <p:spPr>
          <a:xfrm>
            <a:off x="10953750" y="2304454"/>
            <a:ext cx="495300" cy="495300"/>
          </a:xfrm>
          <a:prstGeom prst="rect">
            <a:avLst/>
          </a:prstGeom>
        </p:spPr>
      </p:pic>
      <p:sp>
        <p:nvSpPr>
          <p:cNvPr id="10" name="TextBox 9"/>
          <p:cNvSpPr txBox="1"/>
          <p:nvPr/>
        </p:nvSpPr>
        <p:spPr>
          <a:xfrm>
            <a:off x="8155357" y="2971204"/>
            <a:ext cx="3293692" cy="219291"/>
          </a:xfrm>
          <a:prstGeom prst="rect">
            <a:avLst/>
          </a:prstGeom>
          <a:noFill/>
        </p:spPr>
        <p:txBody>
          <a:bodyPr wrap="square" lIns="0" tIns="0" rIns="0" bIns="0" anchor="t">
            <a:spAutoFit/>
          </a:bodyPr>
          <a:lstStyle/>
          <a:p>
            <a:pPr algn="r"/>
            <a:r>
              <a:rPr sz="1400" b="1" i="0" u="none" dirty="0" err="1">
                <a:solidFill>
                  <a:srgbClr val="1B3320"/>
                </a:solidFill>
                <a:latin typeface="IBM Plex Sans Arabic Medium" panose="020B0603050203000203" pitchFamily="34" charset="-78"/>
                <a:cs typeface="IBM Plex Sans Arabic Medium" panose="020B0603050203000203" pitchFamily="34" charset="-78"/>
              </a:rPr>
              <a:t>environment.c</a:t>
            </a:r>
            <a:r>
              <a:rPr sz="1400" b="1" i="0" u="none" dirty="0">
                <a:solidFill>
                  <a:srgbClr val="1B3320"/>
                </a:solidFill>
                <a:latin typeface="IBM Plex Sans Arabic Medium" panose="020B0603050203000203" pitchFamily="34" charset="-78"/>
                <a:cs typeface="IBM Plex Sans Arabic Medium" panose="020B0603050203000203" pitchFamily="34" charset="-78"/>
              </a:rPr>
              <a:t> / .h</a:t>
            </a:r>
          </a:p>
        </p:txBody>
      </p:sp>
      <p:sp>
        <p:nvSpPr>
          <p:cNvPr id="11" name="TextBox 10"/>
          <p:cNvSpPr txBox="1"/>
          <p:nvPr/>
        </p:nvSpPr>
        <p:spPr>
          <a:xfrm>
            <a:off x="8312199" y="3342679"/>
            <a:ext cx="3136850" cy="641394"/>
          </a:xfrm>
          <a:prstGeom prst="rect">
            <a:avLst/>
          </a:prstGeom>
          <a:noFill/>
        </p:spPr>
        <p:txBody>
          <a:bodyPr wrap="square" lIns="0" tIns="0" rIns="0" bIns="0" anchor="t">
            <a:spAutoFit/>
          </a:bodyPr>
          <a:lstStyle/>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ماژول اصلی سیستم شامل الگوریتم فیلتر میانگین متحرک دما، کنترل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اکچوئتر</a:t>
            </a:r>
            <a:r>
              <a:rPr lang="fa-IR" sz="1100"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ها (فن و هیتر)، مدیریت ایمنی حریق و پردازش دستورات ورودی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UART</a:t>
            </a:r>
            <a:endParaRPr sz="1100" b="0" i="0" u="none" dirty="0">
              <a:solidFill>
                <a:srgbClr val="3A523E"/>
              </a:solidFill>
              <a:latin typeface="IBM Plex Sans Arabic Medium" panose="020B0603050203000203" pitchFamily="34" charset="-78"/>
              <a:cs typeface="IBM Plex Sans Arabic Medium" panose="020B0603050203000203" pitchFamily="34" charset="-78"/>
            </a:endParaRPr>
          </a:p>
        </p:txBody>
      </p:sp>
      <p:pic>
        <p:nvPicPr>
          <p:cNvPr id="12" name="Picture 11" descr="image.png"/>
          <p:cNvPicPr>
            <a:picLocks noChangeAspect="1"/>
          </p:cNvPicPr>
          <p:nvPr/>
        </p:nvPicPr>
        <p:blipFill>
          <a:blip r:embed="rId7"/>
          <a:stretch>
            <a:fillRect/>
          </a:stretch>
        </p:blipFill>
        <p:spPr>
          <a:xfrm>
            <a:off x="7169199" y="2304454"/>
            <a:ext cx="495300" cy="495300"/>
          </a:xfrm>
          <a:prstGeom prst="rect">
            <a:avLst/>
          </a:prstGeom>
        </p:spPr>
      </p:pic>
      <p:sp>
        <p:nvSpPr>
          <p:cNvPr id="13" name="TextBox 12"/>
          <p:cNvSpPr txBox="1"/>
          <p:nvPr/>
        </p:nvSpPr>
        <p:spPr>
          <a:xfrm>
            <a:off x="4370806" y="2971204"/>
            <a:ext cx="3293692" cy="219291"/>
          </a:xfrm>
          <a:prstGeom prst="rect">
            <a:avLst/>
          </a:prstGeom>
          <a:noFill/>
        </p:spPr>
        <p:txBody>
          <a:bodyPr wrap="square" lIns="0" tIns="0" rIns="0" bIns="0" anchor="t">
            <a:spAutoFit/>
          </a:bodyPr>
          <a:lstStyle/>
          <a:p>
            <a:pPr algn="r"/>
            <a:r>
              <a:rPr sz="1400" b="1" i="0" u="none" dirty="0" err="1">
                <a:solidFill>
                  <a:srgbClr val="1B3320"/>
                </a:solidFill>
                <a:latin typeface="IBM Plex Sans Arabic Medium" panose="020B0603050203000203" pitchFamily="34" charset="-78"/>
                <a:cs typeface="IBM Plex Sans Arabic Medium" panose="020B0603050203000203" pitchFamily="34" charset="-78"/>
              </a:rPr>
              <a:t>lcd_parallel.c</a:t>
            </a:r>
            <a:r>
              <a:rPr sz="1400" b="1" i="0" u="none" dirty="0">
                <a:solidFill>
                  <a:srgbClr val="1B3320"/>
                </a:solidFill>
                <a:latin typeface="IBM Plex Sans Arabic Medium" panose="020B0603050203000203" pitchFamily="34" charset="-78"/>
                <a:cs typeface="IBM Plex Sans Arabic Medium" panose="020B0603050203000203" pitchFamily="34" charset="-78"/>
              </a:rPr>
              <a:t> / .h</a:t>
            </a:r>
          </a:p>
        </p:txBody>
      </p:sp>
      <p:sp>
        <p:nvSpPr>
          <p:cNvPr id="15" name="TextBox 14"/>
          <p:cNvSpPr txBox="1"/>
          <p:nvPr/>
        </p:nvSpPr>
        <p:spPr>
          <a:xfrm>
            <a:off x="4527649" y="3342679"/>
            <a:ext cx="3136850" cy="641394"/>
          </a:xfrm>
          <a:prstGeom prst="rect">
            <a:avLst/>
          </a:prstGeom>
          <a:noFill/>
        </p:spPr>
        <p:txBody>
          <a:bodyPr wrap="square" lIns="0" tIns="0" rIns="0" bIns="0" anchor="t">
            <a:spAutoFit/>
          </a:bodyPr>
          <a:lstStyle/>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درایور نمایشگر متنی 20</a:t>
            </a:r>
            <a:r>
              <a:rPr lang="fa-IR" sz="1100" dirty="0">
                <a:solidFill>
                  <a:srgbClr val="3A523E"/>
                </a:solidFill>
                <a:latin typeface="IBM Plex Sans Arabic Medium" panose="020B0603050203000203" pitchFamily="34" charset="-78"/>
                <a:cs typeface="IBM Plex Sans Arabic Medium" panose="020B0603050203000203" pitchFamily="34" charset="-78"/>
              </a:rPr>
              <a:t> در 4</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به‌صورت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Parallel 4-bit،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توابع مدیریت </a:t>
            </a:r>
            <a:r>
              <a:rPr lang="fa-IR" sz="1100" i="0" u="none" dirty="0">
                <a:solidFill>
                  <a:srgbClr val="3A523E"/>
                </a:solidFill>
                <a:latin typeface="IBM Plex Sans Arabic Medium" panose="020B0603050203000203" pitchFamily="34" charset="-78"/>
                <a:cs typeface="IBM Plex Sans Arabic Medium" panose="020B0603050203000203" pitchFamily="34" charset="-78"/>
              </a:rPr>
              <a:t>کرسور</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ارسال دستور/داده و تولید کاراکتر انیمیشن شعله</a:t>
            </a:r>
            <a:endParaRPr lang="en-US" sz="1100" b="0" i="0" u="none" dirty="0">
              <a:solidFill>
                <a:srgbClr val="3A523E"/>
              </a:solidFill>
              <a:latin typeface="IBM Plex Sans Arabic Medium" panose="020B0603050203000203" pitchFamily="34" charset="-78"/>
              <a:cs typeface="IBM Plex Sans Arabic Medium" panose="020B0603050203000203" pitchFamily="34" charset="-78"/>
            </a:endParaRPr>
          </a:p>
        </p:txBody>
      </p:sp>
      <p:pic>
        <p:nvPicPr>
          <p:cNvPr id="16" name="Picture 15" descr="image.png"/>
          <p:cNvPicPr>
            <a:picLocks noChangeAspect="1"/>
          </p:cNvPicPr>
          <p:nvPr/>
        </p:nvPicPr>
        <p:blipFill>
          <a:blip r:embed="rId6"/>
          <a:stretch>
            <a:fillRect/>
          </a:stretch>
        </p:blipFill>
        <p:spPr>
          <a:xfrm>
            <a:off x="3384649" y="2304454"/>
            <a:ext cx="495300" cy="495300"/>
          </a:xfrm>
          <a:prstGeom prst="rect">
            <a:avLst/>
          </a:prstGeom>
        </p:spPr>
      </p:pic>
      <p:sp>
        <p:nvSpPr>
          <p:cNvPr id="17" name="TextBox 16"/>
          <p:cNvSpPr txBox="1"/>
          <p:nvPr/>
        </p:nvSpPr>
        <p:spPr>
          <a:xfrm>
            <a:off x="586256" y="2971204"/>
            <a:ext cx="3293692" cy="219291"/>
          </a:xfrm>
          <a:prstGeom prst="rect">
            <a:avLst/>
          </a:prstGeom>
          <a:noFill/>
        </p:spPr>
        <p:txBody>
          <a:bodyPr wrap="square" lIns="0" tIns="0" rIns="0" bIns="0" anchor="t">
            <a:spAutoFit/>
          </a:bodyPr>
          <a:lstStyle/>
          <a:p>
            <a:pPr algn="r" rtl="1"/>
            <a:r>
              <a:rPr sz="1400" b="1" i="0" u="none" dirty="0" err="1">
                <a:solidFill>
                  <a:srgbClr val="1B3320"/>
                </a:solidFill>
                <a:latin typeface="IBM Plex Sans Arabic Medium" panose="020B0603050203000203" pitchFamily="34" charset="-78"/>
                <a:cs typeface="IBM Plex Sans Arabic Medium" panose="020B0603050203000203" pitchFamily="34" charset="-78"/>
              </a:rPr>
              <a:t>فایل</a:t>
            </a:r>
            <a:r>
              <a:rPr lang="fa-IR" sz="1400" b="1" i="0" u="none" dirty="0">
                <a:solidFill>
                  <a:srgbClr val="1B3320"/>
                </a:solidFill>
                <a:latin typeface="IBM Plex Sans Arabic Medium" panose="020B0603050203000203" pitchFamily="34" charset="-78"/>
                <a:cs typeface="IBM Plex Sans Arabic Medium" panose="020B0603050203000203" pitchFamily="34" charset="-78"/>
              </a:rPr>
              <a:t> </a:t>
            </a:r>
            <a:r>
              <a:rPr sz="1400" b="1" i="0" u="none" dirty="0" err="1">
                <a:solidFill>
                  <a:srgbClr val="1B3320"/>
                </a:solidFill>
                <a:latin typeface="IBM Plex Sans Arabic Medium" panose="020B0603050203000203" pitchFamily="34" charset="-78"/>
                <a:cs typeface="IBM Plex Sans Arabic Medium" panose="020B0603050203000203" pitchFamily="34" charset="-78"/>
              </a:rPr>
              <a:t>های</a:t>
            </a:r>
            <a:r>
              <a:rPr sz="1400" b="1" i="0" u="none" dirty="0">
                <a:solidFill>
                  <a:srgbClr val="1B3320"/>
                </a:solidFill>
                <a:latin typeface="IBM Plex Sans Arabic Medium" panose="020B0603050203000203" pitchFamily="34" charset="-78"/>
                <a:cs typeface="IBM Plex Sans Arabic Medium" panose="020B0603050203000203" pitchFamily="34" charset="-78"/>
              </a:rPr>
              <a:t> HAL (</a:t>
            </a:r>
            <a:r>
              <a:rPr sz="1400" b="1" i="0" u="none" dirty="0" err="1">
                <a:solidFill>
                  <a:srgbClr val="1B3320"/>
                </a:solidFill>
                <a:latin typeface="IBM Plex Sans Arabic Medium" panose="020B0603050203000203" pitchFamily="34" charset="-78"/>
                <a:cs typeface="IBM Plex Sans Arabic Medium" panose="020B0603050203000203" pitchFamily="34" charset="-78"/>
              </a:rPr>
              <a:t>adc</a:t>
            </a:r>
            <a:r>
              <a:rPr sz="1400" b="1" i="0" u="none" dirty="0">
                <a:solidFill>
                  <a:srgbClr val="1B3320"/>
                </a:solidFill>
                <a:latin typeface="IBM Plex Sans Arabic Medium" panose="020B0603050203000203" pitchFamily="34" charset="-78"/>
                <a:cs typeface="IBM Plex Sans Arabic Medium" panose="020B0603050203000203" pitchFamily="34" charset="-78"/>
              </a:rPr>
              <a:t>, </a:t>
            </a:r>
            <a:r>
              <a:rPr sz="1400" b="1" i="0" u="none" dirty="0" err="1">
                <a:solidFill>
                  <a:srgbClr val="1B3320"/>
                </a:solidFill>
                <a:latin typeface="IBM Plex Sans Arabic Medium" panose="020B0603050203000203" pitchFamily="34" charset="-78"/>
                <a:cs typeface="IBM Plex Sans Arabic Medium" panose="020B0603050203000203" pitchFamily="34" charset="-78"/>
              </a:rPr>
              <a:t>gpio</a:t>
            </a:r>
            <a:r>
              <a:rPr sz="1400" b="1" i="0" u="none" dirty="0">
                <a:solidFill>
                  <a:srgbClr val="1B3320"/>
                </a:solidFill>
                <a:latin typeface="IBM Plex Sans Arabic Medium" panose="020B0603050203000203" pitchFamily="34" charset="-78"/>
                <a:cs typeface="IBM Plex Sans Arabic Medium" panose="020B0603050203000203" pitchFamily="34" charset="-78"/>
              </a:rPr>
              <a:t>, </a:t>
            </a:r>
            <a:r>
              <a:rPr sz="1400" b="1" i="0" u="none" dirty="0" err="1">
                <a:solidFill>
                  <a:srgbClr val="1B3320"/>
                </a:solidFill>
                <a:latin typeface="IBM Plex Sans Arabic Medium" panose="020B0603050203000203" pitchFamily="34" charset="-78"/>
                <a:cs typeface="IBM Plex Sans Arabic Medium" panose="020B0603050203000203" pitchFamily="34" charset="-78"/>
              </a:rPr>
              <a:t>usart</a:t>
            </a:r>
            <a:r>
              <a:rPr sz="1400" b="1" i="0" u="none" dirty="0">
                <a:solidFill>
                  <a:srgbClr val="1B3320"/>
                </a:solidFill>
                <a:latin typeface="IBM Plex Sans Arabic Medium" panose="020B0603050203000203" pitchFamily="34" charset="-78"/>
                <a:cs typeface="IBM Plex Sans Arabic Medium" panose="020B0603050203000203" pitchFamily="34" charset="-78"/>
              </a:rPr>
              <a:t>, </a:t>
            </a:r>
            <a:r>
              <a:rPr sz="1400" b="1" i="0" u="none" dirty="0" err="1">
                <a:solidFill>
                  <a:srgbClr val="1B3320"/>
                </a:solidFill>
                <a:latin typeface="IBM Plex Sans Arabic Medium" panose="020B0603050203000203" pitchFamily="34" charset="-78"/>
                <a:cs typeface="IBM Plex Sans Arabic Medium" panose="020B0603050203000203" pitchFamily="34" charset="-78"/>
              </a:rPr>
              <a:t>rtc</a:t>
            </a:r>
            <a:r>
              <a:rPr sz="1400" b="1" i="0" u="none" dirty="0">
                <a:solidFill>
                  <a:srgbClr val="1B3320"/>
                </a:solidFill>
                <a:latin typeface="IBM Plex Sans Arabic Medium" panose="020B0603050203000203" pitchFamily="34" charset="-78"/>
                <a:cs typeface="IBM Plex Sans Arabic Medium" panose="020B0603050203000203" pitchFamily="34" charset="-78"/>
              </a:rPr>
              <a:t>)</a:t>
            </a:r>
          </a:p>
        </p:txBody>
      </p:sp>
      <p:sp>
        <p:nvSpPr>
          <p:cNvPr id="18" name="TextBox 17"/>
          <p:cNvSpPr txBox="1"/>
          <p:nvPr/>
        </p:nvSpPr>
        <p:spPr>
          <a:xfrm>
            <a:off x="743098" y="3342679"/>
            <a:ext cx="3136850" cy="641394"/>
          </a:xfrm>
          <a:prstGeom prst="rect">
            <a:avLst/>
          </a:prstGeom>
          <a:noFill/>
        </p:spPr>
        <p:txBody>
          <a:bodyPr wrap="square" lIns="0" tIns="0" rIns="0" bIns="0" anchor="t">
            <a:spAutoFit/>
          </a:bodyPr>
          <a:lstStyle/>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پیکربندی سخت‌افزاری میکروکنترلر شامل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ADC1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برای خواندن سنسور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LM35، GPIO</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ها برای ورودی/خروجی ها،</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UART</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برای تله متری و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RTC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برای ثبت زمان واقعی</a:t>
            </a:r>
            <a:endParaRPr sz="1100" b="0" i="0" u="none" dirty="0">
              <a:solidFill>
                <a:srgbClr val="3A523E"/>
              </a:solidFill>
              <a:latin typeface="IBM Plex Sans Arabic Medium" panose="020B0603050203000203" pitchFamily="34" charset="-78"/>
              <a:cs typeface="IBM Plex Sans Arabic Medium" panose="020B0603050203000203" pitchFamily="34" charset="-78"/>
            </a:endParaRPr>
          </a:p>
        </p:txBody>
      </p:sp>
      <p:pic>
        <p:nvPicPr>
          <p:cNvPr id="19" name="Picture 18" descr="image.png"/>
          <p:cNvPicPr>
            <a:picLocks noChangeAspect="1"/>
          </p:cNvPicPr>
          <p:nvPr/>
        </p:nvPicPr>
        <p:blipFill>
          <a:blip r:embed="rId8"/>
          <a:stretch>
            <a:fillRect/>
          </a:stretch>
        </p:blipFill>
        <p:spPr>
          <a:xfrm>
            <a:off x="11101387" y="2418754"/>
            <a:ext cx="200025" cy="266700"/>
          </a:xfrm>
          <a:prstGeom prst="rect">
            <a:avLst/>
          </a:prstGeom>
        </p:spPr>
      </p:pic>
      <p:pic>
        <p:nvPicPr>
          <p:cNvPr id="22" name="Picture 21" descr="image.png"/>
          <p:cNvPicPr>
            <a:picLocks noChangeAspect="1"/>
          </p:cNvPicPr>
          <p:nvPr/>
        </p:nvPicPr>
        <p:blipFill>
          <a:blip r:embed="rId9"/>
          <a:stretch>
            <a:fillRect/>
          </a:stretch>
        </p:blipFill>
        <p:spPr>
          <a:xfrm>
            <a:off x="7264449" y="2418754"/>
            <a:ext cx="304800" cy="266700"/>
          </a:xfrm>
          <a:prstGeom prst="rect">
            <a:avLst/>
          </a:prstGeom>
        </p:spPr>
      </p:pic>
      <p:pic>
        <p:nvPicPr>
          <p:cNvPr id="23" name="Picture 22" descr="image.png"/>
          <p:cNvPicPr>
            <a:picLocks noChangeAspect="1"/>
          </p:cNvPicPr>
          <p:nvPr/>
        </p:nvPicPr>
        <p:blipFill>
          <a:blip r:embed="rId10"/>
          <a:stretch>
            <a:fillRect/>
          </a:stretch>
        </p:blipFill>
        <p:spPr>
          <a:xfrm>
            <a:off x="3465611" y="2418754"/>
            <a:ext cx="333375" cy="266700"/>
          </a:xfrm>
          <a:prstGeom prst="rect">
            <a:avLst/>
          </a:prstGeom>
        </p:spPr>
      </p:pic>
    </p:spTree>
    <p:extLst>
      <p:ext uri="{BB962C8B-B14F-4D97-AF65-F5344CB8AC3E}">
        <p14:creationId xmlns:p14="http://schemas.microsoft.com/office/powerpoint/2010/main" val="1532812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سامانه پایش محیط و ایمنی حریق </a:t>
            </a:r>
            <a:r>
              <a:rPr lang="en-US" sz="975" b="0" i="0" u="none" dirty="0">
                <a:solidFill>
                  <a:srgbClr val="598561"/>
                </a:solidFill>
                <a:latin typeface="IBM Plex Sans Arabic Medium" panose="020B0603050203000203" pitchFamily="34" charset="-78"/>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زیر بخش‌۱؛ منطق سخت افزاری و پین ها</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graphicFrame>
        <p:nvGraphicFramePr>
          <p:cNvPr id="3" name="Table 2"/>
          <p:cNvGraphicFramePr>
            <a:graphicFrameLocks noGrp="1"/>
          </p:cNvGraphicFramePr>
          <p:nvPr>
            <p:extLst>
              <p:ext uri="{D42A27DB-BD31-4B8C-83A1-F6EECF244321}">
                <p14:modId xmlns:p14="http://schemas.microsoft.com/office/powerpoint/2010/main" val="2068583327"/>
              </p:ext>
            </p:extLst>
          </p:nvPr>
        </p:nvGraphicFramePr>
        <p:xfrm>
          <a:off x="590552" y="1038828"/>
          <a:ext cx="11125199" cy="2743051"/>
        </p:xfrm>
        <a:graphic>
          <a:graphicData uri="http://schemas.openxmlformats.org/drawingml/2006/table">
            <a:tbl>
              <a:tblPr firstRow="1" bandRow="1">
                <a:tableStyleId>{5C22544A-7EE6-4342-B048-85BDC9FD1C3A}</a:tableStyleId>
              </a:tblPr>
              <a:tblGrid>
                <a:gridCol w="2130772">
                  <a:extLst>
                    <a:ext uri="{9D8B030D-6E8A-4147-A177-3AD203B41FA5}">
                      <a16:colId xmlns:a16="http://schemas.microsoft.com/office/drawing/2014/main" val="20000"/>
                    </a:ext>
                  </a:extLst>
                </a:gridCol>
                <a:gridCol w="2452985">
                  <a:extLst>
                    <a:ext uri="{9D8B030D-6E8A-4147-A177-3AD203B41FA5}">
                      <a16:colId xmlns:a16="http://schemas.microsoft.com/office/drawing/2014/main" val="20001"/>
                    </a:ext>
                  </a:extLst>
                </a:gridCol>
                <a:gridCol w="1573262">
                  <a:extLst>
                    <a:ext uri="{9D8B030D-6E8A-4147-A177-3AD203B41FA5}">
                      <a16:colId xmlns:a16="http://schemas.microsoft.com/office/drawing/2014/main" val="20002"/>
                    </a:ext>
                  </a:extLst>
                </a:gridCol>
                <a:gridCol w="4968180">
                  <a:extLst>
                    <a:ext uri="{9D8B030D-6E8A-4147-A177-3AD203B41FA5}">
                      <a16:colId xmlns:a16="http://schemas.microsoft.com/office/drawing/2014/main" val="20003"/>
                    </a:ext>
                  </a:extLst>
                </a:gridCol>
              </a:tblGrid>
              <a:tr h="457175">
                <a:tc>
                  <a:txBody>
                    <a:bodyPr/>
                    <a:lstStyle/>
                    <a:p>
                      <a:pPr algn="ctr" rtl="1"/>
                      <a:r>
                        <a:rPr sz="1100" b="1" i="0" u="none" dirty="0" err="1">
                          <a:solidFill>
                            <a:srgbClr val="FFFFFF"/>
                          </a:solidFill>
                          <a:latin typeface="IBM Plex Sans Arabic Medium" panose="020B0603050203000203" pitchFamily="34" charset="-78"/>
                          <a:cs typeface="IBM Plex Sans Arabic Medium" panose="020B0603050203000203" pitchFamily="34" charset="-78"/>
                        </a:rPr>
                        <a:t>پورت</a:t>
                      </a:r>
                      <a:r>
                        <a:rPr sz="1100" b="1" i="0" u="none" dirty="0">
                          <a:solidFill>
                            <a:srgbClr val="FFFFFF"/>
                          </a:solidFill>
                          <a:latin typeface="IBM Plex Sans Arabic Medium" panose="020B0603050203000203" pitchFamily="34" charset="-78"/>
                          <a:cs typeface="IBM Plex Sans Arabic Medium" panose="020B0603050203000203" pitchFamily="34" charset="-78"/>
                        </a:rPr>
                        <a:t> / </a:t>
                      </a:r>
                      <a:r>
                        <a:rPr sz="1100" b="1" i="0" u="none" dirty="0" err="1">
                          <a:solidFill>
                            <a:srgbClr val="FFFFFF"/>
                          </a:solidFill>
                          <a:latin typeface="IBM Plex Sans Arabic Medium" panose="020B0603050203000203" pitchFamily="34" charset="-78"/>
                          <a:cs typeface="IBM Plex Sans Arabic Medium" panose="020B0603050203000203" pitchFamily="34" charset="-78"/>
                        </a:rPr>
                        <a:t>پین</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tc>
                  <a:txBody>
                    <a:bodyPr/>
                    <a:lstStyle/>
                    <a:p>
                      <a:pPr algn="ctr" rtl="1"/>
                      <a:r>
                        <a:rPr sz="1100" b="1" i="0" u="none">
                          <a:solidFill>
                            <a:srgbClr val="FFFFFF"/>
                          </a:solidFill>
                          <a:latin typeface="IBM Plex Sans Arabic Medium" panose="020B0603050203000203" pitchFamily="34" charset="-78"/>
                          <a:cs typeface="IBM Plex Sans Arabic Medium" panose="020B0603050203000203" pitchFamily="34" charset="-78"/>
                        </a:rPr>
                        <a:t>نام سیگنال</a:t>
                      </a:r>
                    </a:p>
                  </a:txBody>
                  <a:tcPr marL="63500" marR="63500" marT="25400" marB="25400" anchor="ctr">
                    <a:lnL>
                      <a:noFill/>
                    </a:lnL>
                    <a:lnR>
                      <a:noFill/>
                    </a:lnR>
                    <a:lnT>
                      <a:noFill/>
                    </a:lnT>
                    <a:lnB>
                      <a:noFill/>
                    </a:lnB>
                    <a:solidFill>
                      <a:srgbClr val="1B3320"/>
                    </a:solidFill>
                  </a:tcPr>
                </a:tc>
                <a:tc>
                  <a:txBody>
                    <a:bodyPr/>
                    <a:lstStyle/>
                    <a:p>
                      <a:pPr algn="ctr" rtl="1"/>
                      <a:r>
                        <a:rPr sz="1100" b="1" i="0" u="none" dirty="0" err="1">
                          <a:solidFill>
                            <a:srgbClr val="FFFFFF"/>
                          </a:solidFill>
                          <a:latin typeface="IBM Plex Sans Arabic Medium" panose="020B0603050203000203" pitchFamily="34" charset="-78"/>
                          <a:cs typeface="IBM Plex Sans Arabic Medium" panose="020B0603050203000203" pitchFamily="34" charset="-78"/>
                        </a:rPr>
                        <a:t>نوع</a:t>
                      </a:r>
                      <a:r>
                        <a:rPr sz="1100" b="1" i="0" u="none" dirty="0">
                          <a:solidFill>
                            <a:srgbClr val="FFFFFF"/>
                          </a:solidFill>
                          <a:latin typeface="IBM Plex Sans Arabic Medium" panose="020B0603050203000203" pitchFamily="34" charset="-78"/>
                          <a:cs typeface="IBM Plex Sans Arabic Medium" panose="020B0603050203000203" pitchFamily="34" charset="-78"/>
                        </a:rPr>
                        <a:t> </a:t>
                      </a:r>
                      <a:r>
                        <a:rPr sz="1100" b="1" i="0" u="none" dirty="0" err="1">
                          <a:solidFill>
                            <a:srgbClr val="FFFFFF"/>
                          </a:solidFill>
                          <a:latin typeface="IBM Plex Sans Arabic Medium" panose="020B0603050203000203" pitchFamily="34" charset="-78"/>
                          <a:cs typeface="IBM Plex Sans Arabic Medium" panose="020B0603050203000203" pitchFamily="34" charset="-78"/>
                        </a:rPr>
                        <a:t>عملکرد</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tc>
                  <a:txBody>
                    <a:bodyPr/>
                    <a:lstStyle/>
                    <a:p>
                      <a:pPr algn="ctr" rtl="1"/>
                      <a:r>
                        <a:rPr sz="1100" b="1" i="0" u="none" dirty="0" err="1">
                          <a:solidFill>
                            <a:srgbClr val="FFFFFF"/>
                          </a:solidFill>
                          <a:latin typeface="IBM Plex Sans Arabic Medium" panose="020B0603050203000203" pitchFamily="34" charset="-78"/>
                          <a:cs typeface="IBM Plex Sans Arabic Medium" panose="020B0603050203000203" pitchFamily="34" charset="-78"/>
                        </a:rPr>
                        <a:t>توضیحات</a:t>
                      </a:r>
                      <a:r>
                        <a:rPr sz="1100" b="1" i="0" u="none" dirty="0">
                          <a:solidFill>
                            <a:srgbClr val="FFFFFF"/>
                          </a:solidFill>
                          <a:latin typeface="IBM Plex Sans Arabic Medium" panose="020B0603050203000203" pitchFamily="34" charset="-78"/>
                          <a:cs typeface="IBM Plex Sans Arabic Medium" panose="020B0603050203000203" pitchFamily="34" charset="-78"/>
                        </a:rPr>
                        <a:t> و </a:t>
                      </a:r>
                      <a:r>
                        <a:rPr sz="1100" b="1" i="0" u="none" dirty="0" err="1">
                          <a:solidFill>
                            <a:srgbClr val="FFFFFF"/>
                          </a:solidFill>
                          <a:latin typeface="IBM Plex Sans Arabic Medium" panose="020B0603050203000203" pitchFamily="34" charset="-78"/>
                          <a:cs typeface="IBM Plex Sans Arabic Medium" panose="020B0603050203000203" pitchFamily="34" charset="-78"/>
                        </a:rPr>
                        <a:t>قطعه</a:t>
                      </a:r>
                      <a:r>
                        <a:rPr sz="1100" b="1" i="0" u="none" dirty="0">
                          <a:solidFill>
                            <a:srgbClr val="FFFFFF"/>
                          </a:solidFill>
                          <a:latin typeface="IBM Plex Sans Arabic Medium" panose="020B0603050203000203" pitchFamily="34" charset="-78"/>
                          <a:cs typeface="IBM Plex Sans Arabic Medium" panose="020B0603050203000203" pitchFamily="34" charset="-78"/>
                        </a:rPr>
                        <a:t> </a:t>
                      </a:r>
                      <a:r>
                        <a:rPr sz="1100" b="1" i="0" u="none" dirty="0" err="1">
                          <a:solidFill>
                            <a:srgbClr val="FFFFFF"/>
                          </a:solidFill>
                          <a:latin typeface="IBM Plex Sans Arabic Medium" panose="020B0603050203000203" pitchFamily="34" charset="-78"/>
                          <a:cs typeface="IBM Plex Sans Arabic Medium" panose="020B0603050203000203" pitchFamily="34" charset="-78"/>
                        </a:rPr>
                        <a:t>متصل</a:t>
                      </a:r>
                      <a:r>
                        <a:rPr sz="1100" b="1" i="0" u="none" dirty="0">
                          <a:solidFill>
                            <a:srgbClr val="FFFFFF"/>
                          </a:solidFill>
                          <a:latin typeface="IBM Plex Sans Arabic Medium" panose="020B0603050203000203" pitchFamily="34" charset="-78"/>
                          <a:cs typeface="IBM Plex Sans Arabic Medium" panose="020B0603050203000203" pitchFamily="34" charset="-78"/>
                        </a:rPr>
                        <a:t> </a:t>
                      </a:r>
                      <a:r>
                        <a:rPr sz="1100" b="1" i="0" u="none" dirty="0" err="1">
                          <a:solidFill>
                            <a:srgbClr val="FFFFFF"/>
                          </a:solidFill>
                          <a:latin typeface="IBM Plex Sans Arabic Medium" panose="020B0603050203000203" pitchFamily="34" charset="-78"/>
                          <a:cs typeface="IBM Plex Sans Arabic Medium" panose="020B0603050203000203" pitchFamily="34" charset="-78"/>
                        </a:rPr>
                        <a:t>شده</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extLst>
                  <a:ext uri="{0D108BD9-81ED-4DB2-BD59-A6C34878D82A}">
                    <a16:rowId xmlns:a16="http://schemas.microsoft.com/office/drawing/2014/main" val="10000"/>
                  </a:ext>
                </a:extLst>
              </a:tr>
              <a:tr h="457175">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PA0</a:t>
                      </a:r>
                    </a:p>
                  </a:txBody>
                  <a:tcPr marL="63500" marR="63500" marT="25400" marB="25400" anchor="ctr">
                    <a:lnL>
                      <a:noFill/>
                    </a:lnL>
                    <a:lnR>
                      <a:noFill/>
                    </a:lnR>
                    <a:lnT>
                      <a:noFill/>
                    </a:lnT>
                    <a:lnB>
                      <a:noFill/>
                    </a:lnB>
                    <a:solidFill>
                      <a:srgbClr val="FFFFFF"/>
                    </a:solidFill>
                  </a:tcPr>
                </a:tc>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ADC1_IN0</a:t>
                      </a:r>
                    </a:p>
                  </a:txBody>
                  <a:tcPr marL="63500" marR="63500" marT="25400" marB="25400" anchor="ctr">
                    <a:lnL>
                      <a:noFill/>
                    </a:lnL>
                    <a:lnR>
                      <a:noFill/>
                    </a:lnR>
                    <a:lnT>
                      <a:noFill/>
                    </a:lnT>
                    <a:lnB>
                      <a:noFill/>
                    </a:lnB>
                    <a:solidFill>
                      <a:srgbClr val="FFFFFF"/>
                    </a:solidFill>
                  </a:tcPr>
                </a:tc>
                <a:tc>
                  <a:txBody>
                    <a:bodyPr/>
                    <a:lstStyle/>
                    <a:p>
                      <a:pPr algn="ctr" rtl="1"/>
                      <a:r>
                        <a:rPr sz="1100" b="0" i="0" u="none">
                          <a:solidFill>
                            <a:srgbClr val="2E4233"/>
                          </a:solidFill>
                          <a:latin typeface="IBM Plex Sans Arabic Medium" panose="020B0603050203000203" pitchFamily="34" charset="-78"/>
                          <a:cs typeface="IBM Plex Sans Arabic Medium" panose="020B0603050203000203" pitchFamily="34" charset="-78"/>
                        </a:rPr>
                        <a:t>ورودی آنالوگ</a:t>
                      </a:r>
                    </a:p>
                  </a:txBody>
                  <a:tcPr marL="63500" marR="63500" marT="25400" marB="25400" anchor="ctr">
                    <a:lnL>
                      <a:noFill/>
                    </a:lnL>
                    <a:lnR>
                      <a:noFill/>
                    </a:lnR>
                    <a:lnT>
                      <a:noFill/>
                    </a:lnT>
                    <a:lnB>
                      <a:noFill/>
                    </a:lnB>
                    <a:solidFill>
                      <a:srgbClr val="FFFFFF"/>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اتصال</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به</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سنسور</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دمای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آنالوگ</a:t>
                      </a:r>
                      <a:r>
                        <a:rPr sz="1100" b="0" i="0" u="none" dirty="0">
                          <a:solidFill>
                            <a:srgbClr val="2E4233"/>
                          </a:solidFill>
                          <a:latin typeface="IBM Plex Sans Arabic Medium" panose="020B0603050203000203" pitchFamily="34" charset="-78"/>
                          <a:cs typeface="IBM Plex Sans Arabic Medium" panose="020B0603050203000203" pitchFamily="34" charset="-78"/>
                        </a:rPr>
                        <a:t> LM35</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مقیاس</a:t>
                      </a:r>
                      <a:r>
                        <a:rPr sz="1100" b="0" i="0" u="none" dirty="0">
                          <a:solidFill>
                            <a:srgbClr val="2E4233"/>
                          </a:solidFill>
                          <a:latin typeface="IBM Plex Sans Arabic Medium" panose="020B0603050203000203" pitchFamily="34" charset="-78"/>
                          <a:cs typeface="IBM Plex Sans Arabic Medium" panose="020B0603050203000203" pitchFamily="34" charset="-78"/>
                        </a:rPr>
                        <a:t> ۳۳۰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درجه</a:t>
                      </a:r>
                      <a:r>
                        <a:rPr sz="1100" b="0" i="0" u="none" dirty="0">
                          <a:solidFill>
                            <a:srgbClr val="2E4233"/>
                          </a:solidFill>
                          <a:latin typeface="IBM Plex Sans Arabic Medium" panose="020B0603050203000203" pitchFamily="34" charset="-78"/>
                          <a:cs typeface="IBM Plex Sans Arabic Medium" panose="020B0603050203000203" pitchFamily="34" charset="-78"/>
                        </a:rPr>
                        <a:t> / ۴۰۹۵</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457175">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PA1 / PA2</a:t>
                      </a:r>
                    </a:p>
                  </a:txBody>
                  <a:tcPr marL="63500" marR="63500" marT="25400" marB="25400" anchor="ctr">
                    <a:lnL>
                      <a:noFill/>
                    </a:lnL>
                    <a:lnR>
                      <a:noFill/>
                    </a:lnR>
                    <a:lnT>
                      <a:noFill/>
                    </a:lnT>
                    <a:lnB>
                      <a:noFill/>
                    </a:lnB>
                    <a:solidFill>
                      <a:srgbClr val="F4F8F5"/>
                    </a:solidFill>
                  </a:tcPr>
                </a:tc>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PIN_FAN / PIN_HEATER</a:t>
                      </a:r>
                    </a:p>
                  </a:txBody>
                  <a:tcPr marL="63500" marR="63500" marT="25400" marB="25400" anchor="ctr">
                    <a:lnL>
                      <a:noFill/>
                    </a:lnL>
                    <a:lnR>
                      <a:noFill/>
                    </a:lnR>
                    <a:lnT>
                      <a:noFill/>
                    </a:lnT>
                    <a:lnB>
                      <a:noFill/>
                    </a:lnB>
                    <a:solidFill>
                      <a:srgbClr val="F4F8F5"/>
                    </a:solidFill>
                  </a:tcPr>
                </a:tc>
                <a:tc>
                  <a:txBody>
                    <a:bodyPr/>
                    <a:lstStyle/>
                    <a:p>
                      <a:pPr algn="ctr" rtl="1"/>
                      <a:r>
                        <a:rPr sz="1100" b="0" i="0" u="none">
                          <a:solidFill>
                            <a:srgbClr val="2E4233"/>
                          </a:solidFill>
                          <a:latin typeface="IBM Plex Sans Arabic Medium" panose="020B0603050203000203" pitchFamily="34" charset="-78"/>
                          <a:cs typeface="IBM Plex Sans Arabic Medium" panose="020B0603050203000203" pitchFamily="34" charset="-78"/>
                        </a:rPr>
                        <a:t>خروجی دیجیتال</a:t>
                      </a:r>
                    </a:p>
                  </a:txBody>
                  <a:tcPr marL="63500" marR="63500" marT="25400" marB="25400" anchor="ctr">
                    <a:lnL>
                      <a:noFill/>
                    </a:lnL>
                    <a:lnR>
                      <a:noFill/>
                    </a:lnR>
                    <a:lnT>
                      <a:noFill/>
                    </a:lnT>
                    <a:lnB>
                      <a:noFill/>
                    </a:lnB>
                    <a:solidFill>
                      <a:srgbClr val="F4F8F5"/>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فرمان</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به</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سیستم</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سرمایشی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a:t>
                      </a:r>
                      <a:r>
                        <a:rPr sz="1100" b="0" i="0" u="none" dirty="0" err="1">
                          <a:solidFill>
                            <a:srgbClr val="2E4233"/>
                          </a:solidFill>
                          <a:latin typeface="IBM Plex Sans Arabic Medium" panose="020B0603050203000203" pitchFamily="34" charset="-78"/>
                          <a:cs typeface="IBM Plex Sans Arabic Medium" panose="020B0603050203000203" pitchFamily="34" charset="-78"/>
                        </a:rPr>
                        <a:t>فن</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a:t>
                      </a:r>
                      <a:r>
                        <a:rPr sz="1100" b="0" i="0" u="none" dirty="0">
                          <a:solidFill>
                            <a:srgbClr val="2E4233"/>
                          </a:solidFill>
                          <a:latin typeface="IBM Plex Sans Arabic Medium" panose="020B0603050203000203" pitchFamily="34" charset="-78"/>
                          <a:cs typeface="IBM Plex Sans Arabic Medium" panose="020B0603050203000203" pitchFamily="34" charset="-78"/>
                        </a:rPr>
                        <a:t> و </a:t>
                      </a:r>
                      <a:r>
                        <a:rPr sz="1100" b="0" i="0" u="none" dirty="0" err="1">
                          <a:solidFill>
                            <a:srgbClr val="2E4233"/>
                          </a:solidFill>
                          <a:latin typeface="IBM Plex Sans Arabic Medium" panose="020B0603050203000203" pitchFamily="34" charset="-78"/>
                          <a:cs typeface="IBM Plex Sans Arabic Medium" panose="020B0603050203000203" pitchFamily="34" charset="-78"/>
                        </a:rPr>
                        <a:t>گرمایشی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a:t>
                      </a:r>
                      <a:r>
                        <a:rPr sz="1100" b="0" i="0" u="none" dirty="0" err="1">
                          <a:solidFill>
                            <a:srgbClr val="2E4233"/>
                          </a:solidFill>
                          <a:latin typeface="IBM Plex Sans Arabic Medium" panose="020B0603050203000203" pitchFamily="34" charset="-78"/>
                          <a:cs typeface="IBM Plex Sans Arabic Medium" panose="020B0603050203000203" pitchFamily="34" charset="-78"/>
                        </a:rPr>
                        <a:t>هیت</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ر)</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extLst>
                  <a:ext uri="{0D108BD9-81ED-4DB2-BD59-A6C34878D82A}">
                    <a16:rowId xmlns:a16="http://schemas.microsoft.com/office/drawing/2014/main" val="10002"/>
                  </a:ext>
                </a:extLst>
              </a:tr>
              <a:tr h="457175">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PA3 / PA4</a:t>
                      </a:r>
                    </a:p>
                  </a:txBody>
                  <a:tcPr marL="63500" marR="63500" marT="25400" marB="25400" anchor="ctr">
                    <a:lnL>
                      <a:noFill/>
                    </a:lnL>
                    <a:lnR>
                      <a:noFill/>
                    </a:lnR>
                    <a:lnT>
                      <a:noFill/>
                    </a:lnT>
                    <a:lnB>
                      <a:noFill/>
                    </a:lnB>
                    <a:solidFill>
                      <a:srgbClr val="FFFFFF"/>
                    </a:solidFill>
                  </a:tcPr>
                </a:tc>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PIN_FIRE_1 / PIN_FIRE_2</a:t>
                      </a:r>
                    </a:p>
                  </a:txBody>
                  <a:tcPr marL="63500" marR="63500" marT="25400" marB="25400" anchor="ctr">
                    <a:lnL>
                      <a:noFill/>
                    </a:lnL>
                    <a:lnR>
                      <a:noFill/>
                    </a:lnR>
                    <a:lnT>
                      <a:noFill/>
                    </a:lnT>
                    <a:lnB>
                      <a:noFill/>
                    </a:lnB>
                    <a:solidFill>
                      <a:srgbClr val="FFFFFF"/>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ورودی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دیجیتال</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اتصال</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به</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سنسور</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های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تشخیص</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حریق</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a:t>
                      </a:r>
                      <a:r>
                        <a:rPr sz="1100" b="0" i="0" u="none" dirty="0">
                          <a:solidFill>
                            <a:srgbClr val="2E4233"/>
                          </a:solidFill>
                          <a:latin typeface="IBM Plex Sans Arabic Medium" panose="020B0603050203000203" pitchFamily="34" charset="-78"/>
                          <a:cs typeface="IBM Plex Sans Arabic Medium" panose="020B0603050203000203" pitchFamily="34" charset="-78"/>
                        </a:rPr>
                        <a:t>Pull-down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داخلی</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457175">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PA5 / PA6 / PA7</a:t>
                      </a:r>
                    </a:p>
                  </a:txBody>
                  <a:tcPr marL="63500" marR="63500" marT="25400" marB="25400" anchor="ctr">
                    <a:lnL>
                      <a:noFill/>
                    </a:lnL>
                    <a:lnR>
                      <a:noFill/>
                    </a:lnR>
                    <a:lnT>
                      <a:noFill/>
                    </a:lnT>
                    <a:lnB>
                      <a:noFill/>
                    </a:lnB>
                    <a:solidFill>
                      <a:srgbClr val="F4F8F5"/>
                    </a:solidFill>
                  </a:tcPr>
                </a:tc>
                <a:tc>
                  <a:txBody>
                    <a:bodyPr/>
                    <a:lstStyle/>
                    <a:p>
                      <a:pPr algn="ctr" rtl="1"/>
                      <a:r>
                        <a:rPr sz="1100" b="0" i="0" u="none">
                          <a:solidFill>
                            <a:srgbClr val="2E4233"/>
                          </a:solidFill>
                          <a:latin typeface="IBM Plex Sans Arabic Medium" panose="020B0603050203000203" pitchFamily="34" charset="-78"/>
                          <a:cs typeface="IBM Plex Sans Arabic Medium" panose="020B0603050203000203" pitchFamily="34" charset="-78"/>
                        </a:rPr>
                        <a:t>SPRINKLER &amp; BUZZER</a:t>
                      </a:r>
                    </a:p>
                  </a:txBody>
                  <a:tcPr marL="63500" marR="63500" marT="25400" marB="25400" anchor="ctr">
                    <a:lnL>
                      <a:noFill/>
                    </a:lnL>
                    <a:lnR>
                      <a:noFill/>
                    </a:lnR>
                    <a:lnT>
                      <a:noFill/>
                    </a:lnT>
                    <a:lnB>
                      <a:noFill/>
                    </a:lnB>
                    <a:solidFill>
                      <a:srgbClr val="F4F8F5"/>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خروجی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دیجیتال</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کنترل</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اسپرینکلر</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های</a:t>
                      </a:r>
                      <a:r>
                        <a:rPr sz="1100" b="0" i="0" u="none" dirty="0">
                          <a:solidFill>
                            <a:srgbClr val="2E4233"/>
                          </a:solidFill>
                          <a:latin typeface="IBM Plex Sans Arabic Medium" panose="020B0603050203000203" pitchFamily="34" charset="-78"/>
                          <a:cs typeface="IBM Plex Sans Arabic Medium" panose="020B0603050203000203" pitchFamily="34" charset="-78"/>
                        </a:rPr>
                        <a:t> ۱ و ۲ </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a:solidFill>
                            <a:srgbClr val="2E4233"/>
                          </a:solidFill>
                          <a:latin typeface="IBM Plex Sans Arabic Medium" panose="020B0603050203000203" pitchFamily="34" charset="-78"/>
                          <a:cs typeface="IBM Plex Sans Arabic Medium" panose="020B0603050203000203" pitchFamily="34" charset="-78"/>
                        </a:rPr>
                        <a:t>و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بازر</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هشدار</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صوتی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حریق</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extLst>
                  <a:ext uri="{0D108BD9-81ED-4DB2-BD59-A6C34878D82A}">
                    <a16:rowId xmlns:a16="http://schemas.microsoft.com/office/drawing/2014/main" val="10004"/>
                  </a:ext>
                </a:extLst>
              </a:tr>
              <a:tr h="457176">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PB10 .. PB15</a:t>
                      </a:r>
                    </a:p>
                  </a:txBody>
                  <a:tcPr marL="63500" marR="63500" marT="25400" marB="25400" anchor="ctr">
                    <a:lnL>
                      <a:noFill/>
                    </a:lnL>
                    <a:lnR>
                      <a:noFill/>
                    </a:lnR>
                    <a:lnT>
                      <a:noFill/>
                    </a:lnT>
                    <a:lnB>
                      <a:noFill/>
                    </a:lnB>
                    <a:solidFill>
                      <a:srgbClr val="FFFFFF"/>
                    </a:solidFill>
                  </a:tcPr>
                </a:tc>
                <a:tc>
                  <a:txBody>
                    <a:bodyPr/>
                    <a:lstStyle/>
                    <a:p>
                      <a:pPr algn="ctr" rtl="1"/>
                      <a:r>
                        <a:rPr sz="1100" b="0" i="0" u="none">
                          <a:solidFill>
                            <a:srgbClr val="2E4233"/>
                          </a:solidFill>
                          <a:latin typeface="IBM Plex Sans Arabic Medium" panose="020B0603050203000203" pitchFamily="34" charset="-78"/>
                          <a:cs typeface="IBM Plex Sans Arabic Medium" panose="020B0603050203000203" pitchFamily="34" charset="-78"/>
                        </a:rPr>
                        <a:t>LCD Parallel Bus</a:t>
                      </a:r>
                    </a:p>
                  </a:txBody>
                  <a:tcPr marL="63500" marR="63500" marT="25400" marB="25400" anchor="ctr">
                    <a:lnL>
                      <a:noFill/>
                    </a:lnL>
                    <a:lnR>
                      <a:noFill/>
                    </a:lnR>
                    <a:lnT>
                      <a:noFill/>
                    </a:lnT>
                    <a:lnB>
                      <a:noFill/>
                    </a:lnB>
                    <a:solidFill>
                      <a:srgbClr val="FFFFFF"/>
                    </a:solidFill>
                  </a:tcPr>
                </a:tc>
                <a:tc>
                  <a:txBody>
                    <a:bodyPr/>
                    <a:lstStyle/>
                    <a:p>
                      <a:pPr algn="ctr" rtl="1"/>
                      <a:r>
                        <a:rPr sz="1100" b="0" i="0" u="none">
                          <a:solidFill>
                            <a:srgbClr val="2E4233"/>
                          </a:solidFill>
                          <a:latin typeface="IBM Plex Sans Arabic Medium" panose="020B0603050203000203" pitchFamily="34" charset="-78"/>
                          <a:cs typeface="IBM Plex Sans Arabic Medium" panose="020B0603050203000203" pitchFamily="34" charset="-78"/>
                        </a:rPr>
                        <a:t>خروجی دیجیتال</a:t>
                      </a:r>
                    </a:p>
                  </a:txBody>
                  <a:tcPr marL="63500" marR="63500" marT="25400" marB="25400" anchor="ctr">
                    <a:lnL>
                      <a:noFill/>
                    </a:lnL>
                    <a:lnR>
                      <a:noFill/>
                    </a:lnR>
                    <a:lnT>
                      <a:noFill/>
                    </a:lnT>
                    <a:lnB>
                      <a:noFill/>
                    </a:lnB>
                    <a:solidFill>
                      <a:srgbClr val="FFFFFF"/>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پین</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های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کنترلی</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lang="en-US" sz="1100" b="0" i="0" u="none" dirty="0">
                          <a:solidFill>
                            <a:srgbClr val="2E4233"/>
                          </a:solidFill>
                          <a:latin typeface="IBM Plex Sans Arabic Medium" panose="020B0603050203000203" pitchFamily="34" charset="-78"/>
                          <a:cs typeface="IBM Plex Sans Arabic Medium" panose="020B0603050203000203" pitchFamily="34" charset="-78"/>
                        </a:rPr>
                        <a:t>RS , E</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a:solidFill>
                            <a:srgbClr val="2E4233"/>
                          </a:solidFill>
                          <a:latin typeface="IBM Plex Sans Arabic Medium" panose="020B0603050203000203" pitchFamily="34" charset="-78"/>
                          <a:cs typeface="IBM Plex Sans Arabic Medium" panose="020B0603050203000203" pitchFamily="34" charset="-78"/>
                        </a:rPr>
                        <a:t> و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خطوط</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داده</a:t>
                      </a:r>
                      <a:r>
                        <a:rPr sz="1100" b="0" i="0" u="none" dirty="0">
                          <a:solidFill>
                            <a:srgbClr val="2E4233"/>
                          </a:solidFill>
                          <a:latin typeface="IBM Plex Sans Arabic Medium" panose="020B0603050203000203" pitchFamily="34" charset="-78"/>
                          <a:cs typeface="IBM Plex Sans Arabic Medium" panose="020B0603050203000203" pitchFamily="34" charset="-78"/>
                        </a:rPr>
                        <a:t> D4..D7</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نمایشگر</a:t>
                      </a:r>
                      <a:r>
                        <a:rPr sz="1100" b="0" i="0" u="none" dirty="0">
                          <a:solidFill>
                            <a:srgbClr val="2E4233"/>
                          </a:solidFill>
                          <a:latin typeface="IBM Plex Sans Arabic Medium" panose="020B0603050203000203" pitchFamily="34" charset="-78"/>
                          <a:cs typeface="IBM Plex Sans Arabic Medium" panose="020B0603050203000203" pitchFamily="34" charset="-78"/>
                        </a:rPr>
                        <a:t> LCD 20x4</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5"/>
                  </a:ext>
                </a:extLst>
              </a:tr>
            </a:tbl>
          </a:graphicData>
        </a:graphic>
      </p:graphicFrame>
      <p:pic>
        <p:nvPicPr>
          <p:cNvPr id="14" name="Picture 13">
            <a:extLst>
              <a:ext uri="{FF2B5EF4-FFF2-40B4-BE49-F238E27FC236}">
                <a16:creationId xmlns:a16="http://schemas.microsoft.com/office/drawing/2014/main" id="{69AA214B-C713-9FEC-F9F8-BF3C7C5E3117}"/>
              </a:ext>
            </a:extLst>
          </p:cNvPr>
          <p:cNvPicPr>
            <a:picLocks noChangeAspect="1"/>
          </p:cNvPicPr>
          <p:nvPr/>
        </p:nvPicPr>
        <p:blipFill>
          <a:blip r:embed="rId3"/>
          <a:stretch>
            <a:fillRect/>
          </a:stretch>
        </p:blipFill>
        <p:spPr>
          <a:xfrm>
            <a:off x="4726305" y="3853530"/>
            <a:ext cx="2739390" cy="25639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6111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سامانه پایش محیط و ایمنی حریق </a:t>
            </a:r>
            <a:r>
              <a:rPr lang="en-US" sz="975" b="0" i="0" u="none" dirty="0">
                <a:solidFill>
                  <a:srgbClr val="598561"/>
                </a:solidFill>
                <a:latin typeface="IBM Plex Sans Arabic Medium" panose="020B0603050203000203" pitchFamily="34" charset="-78"/>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زیر بخش‌۱؛ منطق عملکرد و </a:t>
            </a:r>
            <a:r>
              <a:rPr lang="fa-IR" sz="2100" b="0" i="0" u="none" dirty="0" err="1">
                <a:solidFill>
                  <a:srgbClr val="2B4C31"/>
                </a:solidFill>
                <a:latin typeface="IBM Plex Sans Arabic Medium" panose="020B0603050203000203" pitchFamily="34" charset="-78"/>
                <a:cs typeface="IBM Plex Sans Arabic Medium" panose="020B0603050203000203" pitchFamily="34" charset="-78"/>
              </a:rPr>
              <a:t>الگوریتم</a:t>
            </a:r>
            <a:r>
              <a:rPr lang="fa-IR" sz="2100" b="0" i="0" u="none" dirty="0">
                <a:solidFill>
                  <a:srgbClr val="2B4C31"/>
                </a:solidFill>
                <a:latin typeface="IBM Plex Sans Arabic Medium" panose="020B0603050203000203" pitchFamily="34" charset="-78"/>
                <a:cs typeface="IBM Plex Sans Arabic Medium" panose="020B0603050203000203" pitchFamily="34" charset="-78"/>
              </a:rPr>
              <a:t> 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14115"/>
            <a:ext cx="4310997" cy="4797326"/>
          </a:xfrm>
          <a:prstGeom prst="rect">
            <a:avLst/>
          </a:prstGeom>
        </p:spPr>
      </p:pic>
      <p:pic>
        <p:nvPicPr>
          <p:cNvPr id="6" name="Picture 5" descr="image.png"/>
          <p:cNvPicPr>
            <a:picLocks noChangeAspect="1"/>
          </p:cNvPicPr>
          <p:nvPr/>
        </p:nvPicPr>
        <p:blipFill>
          <a:blip r:embed="rId4"/>
          <a:stretch>
            <a:fillRect/>
          </a:stretch>
        </p:blipFill>
        <p:spPr>
          <a:xfrm>
            <a:off x="10718431" y="1271291"/>
            <a:ext cx="597269" cy="495300"/>
          </a:xfrm>
          <a:prstGeom prst="rect">
            <a:avLst/>
          </a:prstGeom>
        </p:spPr>
      </p:pic>
      <p:sp>
        <p:nvSpPr>
          <p:cNvPr id="4" name="TextBox 3"/>
          <p:cNvSpPr txBox="1"/>
          <p:nvPr/>
        </p:nvSpPr>
        <p:spPr>
          <a:xfrm>
            <a:off x="7343924" y="1938041"/>
            <a:ext cx="3971775" cy="219291"/>
          </a:xfrm>
          <a:prstGeom prst="rect">
            <a:avLst/>
          </a:prstGeom>
          <a:noFill/>
        </p:spPr>
        <p:txBody>
          <a:bodyPr wrap="square" lIns="0" tIns="0" rIns="0" bIns="0" anchor="t">
            <a:spAutoFit/>
          </a:bodyPr>
          <a:lstStyle/>
          <a:p>
            <a:pPr algn="r" rtl="1"/>
            <a:r>
              <a:rPr lang="fa-IR" sz="1400" b="1" i="0" u="none" dirty="0">
                <a:solidFill>
                  <a:srgbClr val="1B3320"/>
                </a:solidFill>
                <a:latin typeface="IBM Plex Sans Arabic Medium" panose="020B0603050203000203" pitchFamily="34" charset="-78"/>
                <a:cs typeface="IBM Plex Sans Arabic Medium" panose="020B0603050203000203" pitchFamily="34" charset="-78"/>
              </a:rPr>
              <a:t>۱. خواندن و فیلترسازی دما</a:t>
            </a:r>
            <a:endParaRPr sz="1400" b="1" i="0" u="none" dirty="0">
              <a:solidFill>
                <a:srgbClr val="1B3320"/>
              </a:solidFill>
              <a:latin typeface="IBM Plex Sans Arabic Medium" panose="020B0603050203000203" pitchFamily="34" charset="-78"/>
              <a:cs typeface="IBM Plex Sans Arabic Medium" panose="020B0603050203000203" pitchFamily="34" charset="-78"/>
            </a:endParaRPr>
          </a:p>
        </p:txBody>
      </p:sp>
      <p:sp>
        <p:nvSpPr>
          <p:cNvPr id="8" name="TextBox 7"/>
          <p:cNvSpPr txBox="1"/>
          <p:nvPr/>
        </p:nvSpPr>
        <p:spPr>
          <a:xfrm>
            <a:off x="7533055" y="2309516"/>
            <a:ext cx="3782644" cy="2157707"/>
          </a:xfrm>
          <a:prstGeom prst="rect">
            <a:avLst/>
          </a:prstGeom>
          <a:noFill/>
        </p:spPr>
        <p:txBody>
          <a:bodyPr wrap="square" lIns="0" tIns="0" rIns="0" bIns="0" anchor="t">
            <a:spAutoFit/>
          </a:bodyPr>
          <a:lstStyle/>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نمونه</a:t>
            </a:r>
            <a:r>
              <a:rPr lang="fa-IR" sz="1100"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برداری از سنسور: </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سیگنال آنالوگ سنسور دما از طریق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ADC</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پایه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PA0 / ADC1_IN0</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خوانده می‌شود.  مقدار خام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ADC</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(بين ۰ تا ۴۰۹۵ در مد ۱۲ بیتی) دریافت و با فرمول خطی به ولتاژ و سپس به درجه سانتی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گراد</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تبدیل می‌شود.</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 بافر چرخشی</a:t>
            </a:r>
            <a:r>
              <a:rPr lang="fa-IR" sz="1100" dirty="0">
                <a:solidFill>
                  <a:srgbClr val="3A523E"/>
                </a:solidFill>
                <a:latin typeface="IBM Plex Sans Arabic Medium" panose="020B0603050203000203" pitchFamily="34" charset="-78"/>
                <a:cs typeface="IBM Plex Sans Arabic Medium" panose="020B0603050203000203" pitchFamily="34" charset="-78"/>
              </a:rPr>
              <a:t>: </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برای کاهش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نویز</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نمونه برداری آنالوگ و جلوگیری از نوسان ناگهانی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عملگر</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ها، از الگوریتم میانگین متحرک استفاده می‌شود.</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آخرین نمونه های دما در یک بافر چرخشی با ظرفیت مشخص ذخیره می‌شوند. </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در هر دور اجرای حلقه، نمونه جدید جایگزین قدیمی ترین نمونه شده و میانگین کل نمونه های بافر به عنوان دمای معتبر سیستم محاسبه می‌گردد. </a:t>
            </a:r>
            <a:endParaRPr sz="1100" b="0" i="0" u="none" dirty="0">
              <a:solidFill>
                <a:srgbClr val="3A523E"/>
              </a:solidFill>
              <a:latin typeface="IBM Plex Sans Arabic Medium" panose="020B0603050203000203" pitchFamily="34" charset="-78"/>
              <a:cs typeface="IBM Plex Sans Arabic Medium" panose="020B0603050203000203" pitchFamily="34" charset="-78"/>
            </a:endParaRPr>
          </a:p>
        </p:txBody>
      </p:sp>
      <p:pic>
        <p:nvPicPr>
          <p:cNvPr id="15" name="Picture 14" descr="image.png"/>
          <p:cNvPicPr>
            <a:picLocks noChangeAspect="1"/>
          </p:cNvPicPr>
          <p:nvPr/>
        </p:nvPicPr>
        <p:blipFill>
          <a:blip r:embed="rId5"/>
          <a:stretch>
            <a:fillRect/>
          </a:stretch>
        </p:blipFill>
        <p:spPr>
          <a:xfrm>
            <a:off x="10879794" y="1385591"/>
            <a:ext cx="321606" cy="266700"/>
          </a:xfrm>
          <a:prstGeom prst="rect">
            <a:avLst/>
          </a:prstGeom>
        </p:spPr>
      </p:pic>
      <p:grpSp>
        <p:nvGrpSpPr>
          <p:cNvPr id="24" name="Group 23">
            <a:extLst>
              <a:ext uri="{FF2B5EF4-FFF2-40B4-BE49-F238E27FC236}">
                <a16:creationId xmlns:a16="http://schemas.microsoft.com/office/drawing/2014/main" id="{82303E9F-7A0B-9A21-524E-556CE55B0531}"/>
              </a:ext>
            </a:extLst>
          </p:cNvPr>
          <p:cNvGrpSpPr/>
          <p:nvPr/>
        </p:nvGrpSpPr>
        <p:grpSpPr>
          <a:xfrm>
            <a:off x="476250" y="1029075"/>
            <a:ext cx="4491975" cy="4797327"/>
            <a:chOff x="3889326" y="1030337"/>
            <a:chExt cx="3794075"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pic>
          <p:nvPicPr>
            <p:cNvPr id="10" name="Picture 9" descr="image.png">
              <a:extLst>
                <a:ext uri="{FF2B5EF4-FFF2-40B4-BE49-F238E27FC236}">
                  <a16:creationId xmlns:a16="http://schemas.microsoft.com/office/drawing/2014/main" id="{91BC4F8F-B178-12B5-A283-D53747D66801}"/>
                </a:ext>
              </a:extLst>
            </p:cNvPr>
            <p:cNvPicPr>
              <a:picLocks noChangeAspect="1"/>
            </p:cNvPicPr>
            <p:nvPr/>
          </p:nvPicPr>
          <p:blipFill>
            <a:blip r:embed="rId4"/>
            <a:stretch>
              <a:fillRect/>
            </a:stretch>
          </p:blipFill>
          <p:spPr>
            <a:xfrm>
              <a:off x="6969027" y="1287513"/>
              <a:ext cx="495300" cy="49530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889326" y="1954263"/>
              <a:ext cx="3575000" cy="203894"/>
            </a:xfrm>
            <a:prstGeom prst="rect">
              <a:avLst/>
            </a:prstGeom>
            <a:noFill/>
          </p:spPr>
          <p:txBody>
            <a:bodyPr wrap="square" lIns="0" tIns="0" rIns="0" bIns="0" anchor="t">
              <a:spAutoFit/>
            </a:bodyPr>
            <a:lstStyle/>
            <a:p>
              <a:pPr algn="r" rtl="1"/>
              <a:r>
                <a:rPr lang="fa-IR" sz="1400" b="1" i="0" u="none" dirty="0">
                  <a:solidFill>
                    <a:srgbClr val="1B3320"/>
                  </a:solidFill>
                  <a:latin typeface="IBM Plex Sans Arabic Medium" panose="020B0603050203000203" pitchFamily="34" charset="-78"/>
                  <a:cs typeface="IBM Plex Sans Arabic Medium" panose="020B0603050203000203" pitchFamily="34" charset="-78"/>
                </a:rPr>
                <a:t>۲. منطق کنترل دما و عملگر سرمایشی/گرمایشی</a:t>
              </a:r>
              <a:endParaRPr sz="1400" b="1" i="0" u="none" dirty="0">
                <a:solidFill>
                  <a:srgbClr val="1B3320"/>
                </a:solidFill>
                <a:latin typeface="IBM Plex Sans Arabic Medium" panose="020B0603050203000203" pitchFamily="34" charset="-78"/>
                <a:cs typeface="IBM Plex Sans Arabic Medium" panose="020B0603050203000203" pitchFamily="34" charset="-78"/>
              </a:endParaRPr>
            </a:p>
          </p:txBody>
        </p:sp>
        <p:sp>
          <p:nvSpPr>
            <p:cNvPr id="12" name="TextBox 11">
              <a:extLst>
                <a:ext uri="{FF2B5EF4-FFF2-40B4-BE49-F238E27FC236}">
                  <a16:creationId xmlns:a16="http://schemas.microsoft.com/office/drawing/2014/main" id="{B3BF80DF-2263-74AE-FA28-F9F58B8BB50F}"/>
                </a:ext>
              </a:extLst>
            </p:cNvPr>
            <p:cNvSpPr txBox="1"/>
            <p:nvPr/>
          </p:nvSpPr>
          <p:spPr>
            <a:xfrm>
              <a:off x="4327476" y="2325738"/>
              <a:ext cx="3136850" cy="2042036"/>
            </a:xfrm>
            <a:prstGeom prst="rect">
              <a:avLst/>
            </a:prstGeom>
            <a:noFill/>
          </p:spPr>
          <p:txBody>
            <a:bodyPr wrap="square" lIns="0" tIns="0" rIns="0" bIns="0" anchor="t">
              <a:spAutoFit/>
            </a:bodyPr>
            <a:lstStyle/>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مقایسه با آستانه تولرانس:</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سیستم دمای میانگین محاسبه شده را با دمای هدف</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و درصد تولرانس مجاز مقایسه می‌کند. </a:t>
              </a:r>
            </a:p>
            <a:p>
              <a:pPr algn="r" rtl="1">
                <a:lnSpc>
                  <a:spcPts val="1739"/>
                </a:lnSpc>
              </a:pPr>
              <a:r>
                <a:rPr lang="fa-IR" sz="1100" dirty="0">
                  <a:solidFill>
                    <a:srgbClr val="3A523E"/>
                  </a:solidFill>
                  <a:latin typeface="IBM Plex Sans Arabic Medium" panose="020B0603050203000203" pitchFamily="34" charset="-78"/>
                  <a:cs typeface="IBM Plex Sans Arabic Medium" panose="020B0603050203000203" pitchFamily="34" charset="-78"/>
                </a:rPr>
                <a:t>● تصمیم گیری برای </a:t>
              </a:r>
              <a:r>
                <a:rPr lang="fa-IR" sz="1100" dirty="0" err="1">
                  <a:solidFill>
                    <a:srgbClr val="3A523E"/>
                  </a:solidFill>
                  <a:latin typeface="IBM Plex Sans Arabic Medium" panose="020B0603050203000203" pitchFamily="34" charset="-78"/>
                  <a:cs typeface="IBM Plex Sans Arabic Medium" panose="020B0603050203000203" pitchFamily="34" charset="-78"/>
                </a:rPr>
                <a:t>عملگر</a:t>
              </a:r>
              <a:r>
                <a:rPr lang="fa-IR" sz="1100" dirty="0">
                  <a:solidFill>
                    <a:srgbClr val="3A523E"/>
                  </a:solidFill>
                  <a:latin typeface="IBM Plex Sans Arabic Medium" panose="020B0603050203000203" pitchFamily="34" charset="-78"/>
                  <a:cs typeface="IBM Plex Sans Arabic Medium" panose="020B0603050203000203" pitchFamily="34" charset="-78"/>
                </a:rPr>
                <a:t> ها:</a:t>
              </a:r>
            </a:p>
            <a:p>
              <a:pPr algn="r" rtl="1">
                <a:lnSpc>
                  <a:spcPts val="1739"/>
                </a:lnSpc>
              </a:pPr>
              <a:r>
                <a:rPr lang="fa-IR" sz="1100" dirty="0">
                  <a:solidFill>
                    <a:srgbClr val="3A523E"/>
                  </a:solidFill>
                  <a:latin typeface="IBM Plex Sans Arabic Medium" panose="020B0603050203000203" pitchFamily="34" charset="-78"/>
                  <a:cs typeface="IBM Plex Sans Arabic Medium" panose="020B0603050203000203" pitchFamily="34" charset="-78"/>
                </a:rPr>
                <a:t>اگر دمای میانگین &gt; حد بالا: فن </a:t>
              </a:r>
              <a:r>
                <a:rPr lang="en-US" sz="1100" dirty="0">
                  <a:solidFill>
                    <a:srgbClr val="3A523E"/>
                  </a:solidFill>
                  <a:latin typeface="IBM Plex Sans Arabic Medium" panose="020B0603050203000203" pitchFamily="34" charset="-78"/>
                  <a:cs typeface="IBM Plex Sans Arabic Medium" panose="020B0603050203000203" pitchFamily="34" charset="-78"/>
                </a:rPr>
                <a:t>PIN_FAN</a:t>
              </a:r>
              <a:r>
                <a:rPr lang="fa-IR" sz="1100" dirty="0">
                  <a:solidFill>
                    <a:srgbClr val="3A523E"/>
                  </a:solidFill>
                  <a:latin typeface="IBM Plex Sans Arabic Medium" panose="020B0603050203000203" pitchFamily="34" charset="-78"/>
                  <a:cs typeface="IBM Plex Sans Arabic Medium" panose="020B0603050203000203" pitchFamily="34" charset="-78"/>
                </a:rPr>
                <a:t> روی </a:t>
              </a:r>
              <a:r>
                <a:rPr lang="en-US" sz="1100" dirty="0">
                  <a:solidFill>
                    <a:srgbClr val="3A523E"/>
                  </a:solidFill>
                  <a:latin typeface="IBM Plex Sans Arabic Medium" panose="020B0603050203000203" pitchFamily="34" charset="-78"/>
                  <a:cs typeface="IBM Plex Sans Arabic Medium" panose="020B0603050203000203" pitchFamily="34" charset="-78"/>
                </a:rPr>
                <a:t>PA1</a:t>
              </a:r>
              <a:r>
                <a:rPr lang="fa-IR" sz="1100" dirty="0">
                  <a:solidFill>
                    <a:srgbClr val="3A523E"/>
                  </a:solidFill>
                  <a:latin typeface="IBM Plex Sans Arabic Medium" panose="020B0603050203000203" pitchFamily="34" charset="-78"/>
                  <a:cs typeface="IBM Plex Sans Arabic Medium" panose="020B0603050203000203" pitchFamily="34" charset="-78"/>
                </a:rPr>
                <a:t> روشن و هیتر خاموش می‌شود. </a:t>
              </a:r>
            </a:p>
            <a:p>
              <a:pPr algn="r" rtl="1">
                <a:lnSpc>
                  <a:spcPts val="1739"/>
                </a:lnSpc>
              </a:pPr>
              <a:r>
                <a:rPr lang="fa-IR" sz="1100" dirty="0">
                  <a:solidFill>
                    <a:srgbClr val="3A523E"/>
                  </a:solidFill>
                  <a:latin typeface="IBM Plex Sans Arabic Medium" panose="020B0603050203000203" pitchFamily="34" charset="-78"/>
                  <a:cs typeface="IBM Plex Sans Arabic Medium" panose="020B0603050203000203" pitchFamily="34" charset="-78"/>
                </a:rPr>
                <a:t> اگر دمای میانگین &lt; حد پایین: هیتر</a:t>
              </a:r>
              <a:r>
                <a:rPr lang="en-US" sz="1100" dirty="0">
                  <a:solidFill>
                    <a:srgbClr val="3A523E"/>
                  </a:solidFill>
                  <a:latin typeface="IBM Plex Sans Arabic Medium" panose="020B0603050203000203" pitchFamily="34" charset="-78"/>
                  <a:cs typeface="IBM Plex Sans Arabic Medium" panose="020B0603050203000203" pitchFamily="34" charset="-78"/>
                </a:rPr>
                <a:t>PIN_HEATER </a:t>
              </a:r>
              <a:r>
                <a:rPr lang="fa-IR" sz="1100" dirty="0">
                  <a:solidFill>
                    <a:srgbClr val="3A523E"/>
                  </a:solidFill>
                  <a:latin typeface="IBM Plex Sans Arabic Medium" panose="020B0603050203000203" pitchFamily="34" charset="-78"/>
                  <a:cs typeface="IBM Plex Sans Arabic Medium" panose="020B0603050203000203" pitchFamily="34" charset="-78"/>
                </a:rPr>
                <a:t> روی </a:t>
              </a:r>
              <a:r>
                <a:rPr lang="en-US" sz="1100" dirty="0">
                  <a:solidFill>
                    <a:srgbClr val="3A523E"/>
                  </a:solidFill>
                  <a:latin typeface="IBM Plex Sans Arabic Medium" panose="020B0603050203000203" pitchFamily="34" charset="-78"/>
                  <a:cs typeface="IBM Plex Sans Arabic Medium" panose="020B0603050203000203" pitchFamily="34" charset="-78"/>
                </a:rPr>
                <a:t>PA2 </a:t>
              </a:r>
              <a:r>
                <a:rPr lang="fa-IR" sz="1100" dirty="0">
                  <a:solidFill>
                    <a:srgbClr val="3A523E"/>
                  </a:solidFill>
                  <a:latin typeface="IBM Plex Sans Arabic Medium" panose="020B0603050203000203" pitchFamily="34" charset="-78"/>
                  <a:cs typeface="IBM Plex Sans Arabic Medium" panose="020B0603050203000203" pitchFamily="34" charset="-78"/>
                </a:rPr>
                <a:t> روشن و فن خاموش می‌شود. </a:t>
              </a:r>
            </a:p>
            <a:p>
              <a:pPr algn="r" rtl="1">
                <a:lnSpc>
                  <a:spcPts val="1739"/>
                </a:lnSpc>
              </a:pPr>
              <a:r>
                <a:rPr lang="fa-IR" sz="1100" dirty="0">
                  <a:solidFill>
                    <a:srgbClr val="3A523E"/>
                  </a:solidFill>
                  <a:latin typeface="IBM Plex Sans Arabic Medium" panose="020B0603050203000203" pitchFamily="34" charset="-78"/>
                  <a:cs typeface="IBM Plex Sans Arabic Medium" panose="020B0603050203000203" pitchFamily="34" charset="-78"/>
                </a:rPr>
                <a:t> اگر دما در محدوده امن باشد: هر دو عملگر فن و هیتر خاموش می‌مانند. </a:t>
              </a:r>
              <a:endParaRPr lang="fa-IR" sz="1100" b="0" i="0" u="none" dirty="0">
                <a:solidFill>
                  <a:srgbClr val="3A523E"/>
                </a:solidFill>
                <a:latin typeface="IBM Plex Sans Arabic Medium" panose="020B0603050203000203" pitchFamily="34" charset="-78"/>
                <a:cs typeface="IBM Plex Sans Arabic Medium" panose="020B0603050203000203" pitchFamily="34" charset="-78"/>
              </a:endParaRPr>
            </a:p>
            <a:p>
              <a:pPr algn="r" rtl="1">
                <a:lnSpc>
                  <a:spcPts val="1739"/>
                </a:lnSpc>
              </a:pPr>
              <a:endParaRPr lang="fa-IR" sz="1100" b="0" i="0" u="none" dirty="0">
                <a:solidFill>
                  <a:srgbClr val="3A523E"/>
                </a:solidFill>
                <a:latin typeface="IBM Plex Sans Arabic Medium" panose="020B0603050203000203" pitchFamily="34" charset="-78"/>
                <a:cs typeface="IBM Plex Sans Arabic Medium" panose="020B0603050203000203" pitchFamily="34" charset="-78"/>
              </a:endParaRPr>
            </a:p>
          </p:txBody>
        </p:sp>
      </p:grpSp>
      <p:pic>
        <p:nvPicPr>
          <p:cNvPr id="13" name="Picture 12" descr="image.png">
            <a:extLst>
              <a:ext uri="{FF2B5EF4-FFF2-40B4-BE49-F238E27FC236}">
                <a16:creationId xmlns:a16="http://schemas.microsoft.com/office/drawing/2014/main" id="{5213B54F-FC6E-CB75-188E-3C86FEC84D46}"/>
              </a:ext>
            </a:extLst>
          </p:cNvPr>
          <p:cNvPicPr>
            <a:picLocks noChangeAspect="1"/>
          </p:cNvPicPr>
          <p:nvPr/>
        </p:nvPicPr>
        <p:blipFill>
          <a:blip r:embed="rId5"/>
          <a:stretch>
            <a:fillRect/>
          </a:stretch>
        </p:blipFill>
        <p:spPr>
          <a:xfrm>
            <a:off x="4292367" y="1429147"/>
            <a:ext cx="315758" cy="266700"/>
          </a:xfrm>
          <a:prstGeom prst="rect">
            <a:avLst/>
          </a:prstGeom>
        </p:spPr>
      </p:pic>
    </p:spTree>
    <p:extLst>
      <p:ext uri="{BB962C8B-B14F-4D97-AF65-F5344CB8AC3E}">
        <p14:creationId xmlns:p14="http://schemas.microsoft.com/office/powerpoint/2010/main" val="3800621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سامانه پایش محیط و ایمنی حریق </a:t>
            </a:r>
            <a:r>
              <a:rPr lang="en-US" sz="975" b="0" i="0" u="none" dirty="0">
                <a:solidFill>
                  <a:srgbClr val="598561"/>
                </a:solidFill>
                <a:latin typeface="IBM Plex Sans Arabic Medium" panose="020B0603050203000203" pitchFamily="34" charset="-78"/>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زیر بخش‌۱؛ منطق عملکرد و </a:t>
            </a:r>
            <a:r>
              <a:rPr lang="fa-IR" sz="2100" b="0" i="0" u="none" dirty="0" err="1">
                <a:solidFill>
                  <a:srgbClr val="2B4C31"/>
                </a:solidFill>
                <a:latin typeface="IBM Plex Sans Arabic Medium" panose="020B0603050203000203" pitchFamily="34" charset="-78"/>
                <a:cs typeface="IBM Plex Sans Arabic Medium" panose="020B0603050203000203" pitchFamily="34" charset="-78"/>
              </a:rPr>
              <a:t>الگوریتم</a:t>
            </a:r>
            <a:r>
              <a:rPr lang="fa-IR" sz="2100" b="0" i="0" u="none" dirty="0">
                <a:solidFill>
                  <a:srgbClr val="2B4C31"/>
                </a:solidFill>
                <a:latin typeface="IBM Plex Sans Arabic Medium" panose="020B0603050203000203" pitchFamily="34" charset="-78"/>
                <a:cs typeface="IBM Plex Sans Arabic Medium" panose="020B0603050203000203" pitchFamily="34" charset="-78"/>
              </a:rPr>
              <a:t> 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14115"/>
            <a:ext cx="4310997" cy="4797326"/>
          </a:xfrm>
          <a:prstGeom prst="rect">
            <a:avLst/>
          </a:prstGeom>
        </p:spPr>
      </p:pic>
      <p:pic>
        <p:nvPicPr>
          <p:cNvPr id="6" name="Picture 5" descr="image.png"/>
          <p:cNvPicPr>
            <a:picLocks noChangeAspect="1"/>
          </p:cNvPicPr>
          <p:nvPr/>
        </p:nvPicPr>
        <p:blipFill>
          <a:blip r:embed="rId4"/>
          <a:stretch>
            <a:fillRect/>
          </a:stretch>
        </p:blipFill>
        <p:spPr>
          <a:xfrm>
            <a:off x="10718431" y="1271291"/>
            <a:ext cx="597269" cy="495300"/>
          </a:xfrm>
          <a:prstGeom prst="rect">
            <a:avLst/>
          </a:prstGeom>
        </p:spPr>
      </p:pic>
      <p:sp>
        <p:nvSpPr>
          <p:cNvPr id="4" name="TextBox 3"/>
          <p:cNvSpPr txBox="1"/>
          <p:nvPr/>
        </p:nvSpPr>
        <p:spPr>
          <a:xfrm>
            <a:off x="7343924" y="1938041"/>
            <a:ext cx="3971775" cy="219291"/>
          </a:xfrm>
          <a:prstGeom prst="rect">
            <a:avLst/>
          </a:prstGeom>
          <a:noFill/>
        </p:spPr>
        <p:txBody>
          <a:bodyPr wrap="square" lIns="0" tIns="0" rIns="0" bIns="0" anchor="t">
            <a:spAutoFit/>
          </a:bodyPr>
          <a:lstStyle/>
          <a:p>
            <a:pPr algn="r" rtl="1"/>
            <a:r>
              <a:rPr lang="fa-IR" sz="1425" b="1" i="0" u="none" dirty="0">
                <a:solidFill>
                  <a:srgbClr val="1B3320"/>
                </a:solidFill>
                <a:latin typeface="IBM Plex Sans Arabic Medium" panose="020B0603050203000203" pitchFamily="34" charset="-78"/>
                <a:cs typeface="IBM Plex Sans Arabic Medium" panose="020B0603050203000203" pitchFamily="34" charset="-78"/>
              </a:rPr>
              <a:t>۱. خواندن و فیلترسازی دما</a:t>
            </a:r>
            <a:endParaRPr sz="1425" b="1" i="0" u="none" dirty="0">
              <a:solidFill>
                <a:srgbClr val="1B3320"/>
              </a:solidFill>
              <a:latin typeface="IBM Plex Sans Arabic Medium" panose="020B0603050203000203" pitchFamily="34" charset="-78"/>
              <a:cs typeface="IBM Plex Sans Arabic Medium" panose="020B0603050203000203" pitchFamily="34" charset="-78"/>
            </a:endParaRPr>
          </a:p>
        </p:txBody>
      </p:sp>
      <p:sp>
        <p:nvSpPr>
          <p:cNvPr id="8" name="TextBox 7"/>
          <p:cNvSpPr txBox="1"/>
          <p:nvPr/>
        </p:nvSpPr>
        <p:spPr>
          <a:xfrm>
            <a:off x="7533055" y="2309516"/>
            <a:ext cx="3782644" cy="2385461"/>
          </a:xfrm>
          <a:prstGeom prst="rect">
            <a:avLst/>
          </a:prstGeom>
          <a:noFill/>
        </p:spPr>
        <p:txBody>
          <a:bodyPr wrap="square" lIns="0" tIns="0" rIns="0" bIns="0" anchor="t">
            <a:spAutoFit/>
          </a:bodyPr>
          <a:lstStyle/>
          <a:p>
            <a:pPr algn="r" rtl="1">
              <a:lnSpc>
                <a:spcPts val="1739"/>
              </a:lnSpc>
            </a:pPr>
            <a:r>
              <a:rPr lang="fa-IR" sz="1087" b="0" i="0" u="none" dirty="0">
                <a:solidFill>
                  <a:srgbClr val="3A523E"/>
                </a:solidFill>
                <a:latin typeface="IBM Plex Sans Arabic Medium" panose="020B0603050203000203" pitchFamily="34" charset="-78"/>
                <a:cs typeface="IBM Plex Sans Arabic Medium" panose="020B0603050203000203" pitchFamily="34" charset="-78"/>
              </a:rPr>
              <a:t>● نمونه‌برداری از سنسور: </a:t>
            </a:r>
          </a:p>
          <a:p>
            <a:pPr algn="r" rtl="1">
              <a:lnSpc>
                <a:spcPts val="1739"/>
              </a:lnSpc>
            </a:pPr>
            <a:r>
              <a:rPr lang="fa-IR" sz="1087" b="0" i="0" u="none" dirty="0">
                <a:solidFill>
                  <a:srgbClr val="3A523E"/>
                </a:solidFill>
                <a:latin typeface="IBM Plex Sans Arabic Medium" panose="020B0603050203000203" pitchFamily="34" charset="-78"/>
                <a:cs typeface="IBM Plex Sans Arabic Medium" panose="020B0603050203000203" pitchFamily="34" charset="-78"/>
              </a:rPr>
              <a:t>سیگنال آنالوگ سنسور دما از طریق </a:t>
            </a:r>
            <a:r>
              <a:rPr lang="en-US" sz="1087" b="0" i="0" u="none" dirty="0">
                <a:solidFill>
                  <a:srgbClr val="3A523E"/>
                </a:solidFill>
                <a:latin typeface="IBM Plex Sans Arabic Medium" panose="020B0603050203000203" pitchFamily="34" charset="-78"/>
                <a:cs typeface="IBM Plex Sans Arabic Medium" panose="020B0603050203000203" pitchFamily="34" charset="-78"/>
              </a:rPr>
              <a:t>ADC</a:t>
            </a:r>
            <a:r>
              <a:rPr lang="fa-IR" sz="1087" b="0" i="0" u="none" dirty="0">
                <a:solidFill>
                  <a:srgbClr val="3A523E"/>
                </a:solidFill>
                <a:latin typeface="IBM Plex Sans Arabic Medium" panose="020B0603050203000203" pitchFamily="34" charset="-78"/>
                <a:cs typeface="IBM Plex Sans Arabic Medium" panose="020B0603050203000203" pitchFamily="34" charset="-78"/>
              </a:rPr>
              <a:t> پایه </a:t>
            </a:r>
            <a:r>
              <a:rPr lang="en-US" sz="1087" b="0" i="0" u="none" dirty="0">
                <a:solidFill>
                  <a:srgbClr val="3A523E"/>
                </a:solidFill>
                <a:latin typeface="IBM Plex Sans Arabic Medium" panose="020B0603050203000203" pitchFamily="34" charset="-78"/>
                <a:cs typeface="IBM Plex Sans Arabic Medium" panose="020B0603050203000203" pitchFamily="34" charset="-78"/>
              </a:rPr>
              <a:t>PA0 / ADC1_IN0</a:t>
            </a:r>
            <a:r>
              <a:rPr lang="fa-IR" sz="1087" b="0" i="0" u="none" dirty="0">
                <a:solidFill>
                  <a:srgbClr val="3A523E"/>
                </a:solidFill>
                <a:latin typeface="IBM Plex Sans Arabic Medium" panose="020B0603050203000203" pitchFamily="34" charset="-78"/>
                <a:cs typeface="IBM Plex Sans Arabic Medium" panose="020B0603050203000203" pitchFamily="34" charset="-78"/>
              </a:rPr>
              <a:t> خوانده می‌شود.  مقدار خام </a:t>
            </a:r>
            <a:r>
              <a:rPr lang="en-US" sz="1087" b="0" i="0" u="none" dirty="0">
                <a:solidFill>
                  <a:srgbClr val="3A523E"/>
                </a:solidFill>
                <a:latin typeface="IBM Plex Sans Arabic Medium" panose="020B0603050203000203" pitchFamily="34" charset="-78"/>
                <a:cs typeface="IBM Plex Sans Arabic Medium" panose="020B0603050203000203" pitchFamily="34" charset="-78"/>
              </a:rPr>
              <a:t>ADC </a:t>
            </a:r>
            <a:r>
              <a:rPr lang="fa-IR" sz="1087" b="0" i="0" u="none" dirty="0">
                <a:solidFill>
                  <a:srgbClr val="3A523E"/>
                </a:solidFill>
                <a:latin typeface="IBM Plex Sans Arabic Medium" panose="020B0603050203000203" pitchFamily="34" charset="-78"/>
                <a:cs typeface="IBM Plex Sans Arabic Medium" panose="020B0603050203000203" pitchFamily="34" charset="-78"/>
              </a:rPr>
              <a:t>(بين ۰ تا ۴۰۹۵ در مد ۱۲ بیتی) دریافت و با فرمول خطی به ولتاژ و سپس به درجه سانتی‌گراد تبدیل می‌شود.</a:t>
            </a:r>
          </a:p>
          <a:p>
            <a:pPr algn="r" rtl="1">
              <a:lnSpc>
                <a:spcPts val="1739"/>
              </a:lnSpc>
            </a:pPr>
            <a:r>
              <a:rPr lang="fa-IR" sz="1087" b="0" i="0" u="none" dirty="0">
                <a:solidFill>
                  <a:srgbClr val="3A523E"/>
                </a:solidFill>
                <a:latin typeface="IBM Plex Sans Arabic Medium" panose="020B0603050203000203" pitchFamily="34" charset="-78"/>
                <a:cs typeface="IBM Plex Sans Arabic Medium" panose="020B0603050203000203" pitchFamily="34" charset="-78"/>
              </a:rPr>
              <a:t> ● بافر چرخشی</a:t>
            </a:r>
            <a:r>
              <a:rPr lang="fa-IR" sz="1087" dirty="0">
                <a:solidFill>
                  <a:srgbClr val="3A523E"/>
                </a:solidFill>
                <a:latin typeface="IBM Plex Sans Arabic Medium" panose="020B0603050203000203" pitchFamily="34" charset="-78"/>
                <a:cs typeface="IBM Plex Sans Arabic Medium" panose="020B0603050203000203" pitchFamily="34" charset="-78"/>
              </a:rPr>
              <a:t>: </a:t>
            </a:r>
          </a:p>
          <a:p>
            <a:pPr algn="r" rtl="1">
              <a:lnSpc>
                <a:spcPts val="1739"/>
              </a:lnSpc>
            </a:pPr>
            <a:r>
              <a:rPr lang="fa-IR" sz="1087" b="0" i="0" u="none" dirty="0">
                <a:solidFill>
                  <a:srgbClr val="3A523E"/>
                </a:solidFill>
                <a:latin typeface="IBM Plex Sans Arabic Medium" panose="020B0603050203000203" pitchFamily="34" charset="-78"/>
                <a:cs typeface="IBM Plex Sans Arabic Medium" panose="020B0603050203000203" pitchFamily="34" charset="-78"/>
              </a:rPr>
              <a:t>برای کاهش نویز نمونه‌برداری آنالوگ و جلوگیری از نوسان ناگهانی عملگرها، از الگوریتم میانگین متحرک استفاده می‌شود.</a:t>
            </a:r>
          </a:p>
          <a:p>
            <a:pPr algn="r" rtl="1">
              <a:lnSpc>
                <a:spcPts val="1739"/>
              </a:lnSpc>
            </a:pPr>
            <a:r>
              <a:rPr lang="fa-IR" sz="1087" b="0" i="0" u="none" dirty="0">
                <a:solidFill>
                  <a:srgbClr val="3A523E"/>
                </a:solidFill>
                <a:latin typeface="IBM Plex Sans Arabic Medium" panose="020B0603050203000203" pitchFamily="34" charset="-78"/>
                <a:cs typeface="IBM Plex Sans Arabic Medium" panose="020B0603050203000203" pitchFamily="34" charset="-78"/>
              </a:rPr>
              <a:t> آخرین نمونه‌های دما در یک بافر چرخشی با ظرفیت مشخص ذخیره می‌شوند. </a:t>
            </a:r>
          </a:p>
          <a:p>
            <a:pPr algn="r" rtl="1">
              <a:lnSpc>
                <a:spcPts val="1739"/>
              </a:lnSpc>
            </a:pPr>
            <a:r>
              <a:rPr lang="fa-IR" sz="1087" b="0" i="0" u="none" dirty="0">
                <a:solidFill>
                  <a:srgbClr val="3A523E"/>
                </a:solidFill>
                <a:latin typeface="IBM Plex Sans Arabic Medium" panose="020B0603050203000203" pitchFamily="34" charset="-78"/>
                <a:cs typeface="IBM Plex Sans Arabic Medium" panose="020B0603050203000203" pitchFamily="34" charset="-78"/>
              </a:rPr>
              <a:t> در هر دور اجرای حلقه، نمونه جدید جایگزین قدیمی‌ترین نمونه شده و میانگین کل نمونه‌های بافر به عنوان دمای معتبر سیستم محاسبه می‌گردد. </a:t>
            </a:r>
            <a:endParaRPr sz="1087" b="0" i="0" u="none" dirty="0">
              <a:solidFill>
                <a:srgbClr val="3A523E"/>
              </a:solidFill>
              <a:latin typeface="IBM Plex Sans Arabic Medium" panose="020B0603050203000203" pitchFamily="34" charset="-78"/>
              <a:cs typeface="IBM Plex Sans Arabic Medium" panose="020B0603050203000203" pitchFamily="34" charset="-78"/>
            </a:endParaRPr>
          </a:p>
        </p:txBody>
      </p:sp>
      <p:pic>
        <p:nvPicPr>
          <p:cNvPr id="15" name="Picture 14" descr="image.png"/>
          <p:cNvPicPr>
            <a:picLocks noChangeAspect="1"/>
          </p:cNvPicPr>
          <p:nvPr/>
        </p:nvPicPr>
        <p:blipFill>
          <a:blip r:embed="rId5"/>
          <a:stretch>
            <a:fillRect/>
          </a:stretch>
        </p:blipFill>
        <p:spPr>
          <a:xfrm>
            <a:off x="10879794" y="1385591"/>
            <a:ext cx="321606" cy="266700"/>
          </a:xfrm>
          <a:prstGeom prst="rect">
            <a:avLst/>
          </a:prstGeom>
        </p:spPr>
      </p:pic>
      <p:grpSp>
        <p:nvGrpSpPr>
          <p:cNvPr id="24" name="Group 23">
            <a:extLst>
              <a:ext uri="{FF2B5EF4-FFF2-40B4-BE49-F238E27FC236}">
                <a16:creationId xmlns:a16="http://schemas.microsoft.com/office/drawing/2014/main" id="{82303E9F-7A0B-9A21-524E-556CE55B0531}"/>
              </a:ext>
            </a:extLst>
          </p:cNvPr>
          <p:cNvGrpSpPr/>
          <p:nvPr/>
        </p:nvGrpSpPr>
        <p:grpSpPr>
          <a:xfrm>
            <a:off x="476250" y="1029075"/>
            <a:ext cx="4491975" cy="4797327"/>
            <a:chOff x="3889326" y="1030337"/>
            <a:chExt cx="3794075"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pic>
          <p:nvPicPr>
            <p:cNvPr id="10" name="Picture 9" descr="image.png">
              <a:extLst>
                <a:ext uri="{FF2B5EF4-FFF2-40B4-BE49-F238E27FC236}">
                  <a16:creationId xmlns:a16="http://schemas.microsoft.com/office/drawing/2014/main" id="{91BC4F8F-B178-12B5-A283-D53747D66801}"/>
                </a:ext>
              </a:extLst>
            </p:cNvPr>
            <p:cNvPicPr>
              <a:picLocks noChangeAspect="1"/>
            </p:cNvPicPr>
            <p:nvPr/>
          </p:nvPicPr>
          <p:blipFill>
            <a:blip r:embed="rId4"/>
            <a:stretch>
              <a:fillRect/>
            </a:stretch>
          </p:blipFill>
          <p:spPr>
            <a:xfrm>
              <a:off x="6969027" y="1287513"/>
              <a:ext cx="495300" cy="49530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889326" y="1954263"/>
              <a:ext cx="3575000" cy="219291"/>
            </a:xfrm>
            <a:prstGeom prst="rect">
              <a:avLst/>
            </a:prstGeom>
            <a:noFill/>
          </p:spPr>
          <p:txBody>
            <a:bodyPr wrap="square" lIns="0" tIns="0" rIns="0" bIns="0" anchor="t">
              <a:spAutoFit/>
            </a:bodyPr>
            <a:lstStyle/>
            <a:p>
              <a:pPr algn="r" rtl="1"/>
              <a:r>
                <a:rPr lang="fa-IR" sz="1425" b="1" i="0" u="none" dirty="0">
                  <a:solidFill>
                    <a:srgbClr val="1B3320"/>
                  </a:solidFill>
                  <a:latin typeface="IBM Plex Sans Arabic Medium" panose="020B0603050203000203" pitchFamily="34" charset="-78"/>
                  <a:cs typeface="IBM Plex Sans Arabic Medium" panose="020B0603050203000203" pitchFamily="34" charset="-78"/>
                </a:rPr>
                <a:t>۲. منطق کنترل دما و عملگر سرمایشی/گرمایشی</a:t>
              </a:r>
              <a:endParaRPr sz="1425" b="1" i="0" u="none" dirty="0">
                <a:solidFill>
                  <a:srgbClr val="1B3320"/>
                </a:solidFill>
                <a:latin typeface="IBM Plex Sans Arabic Medium" panose="020B0603050203000203" pitchFamily="34" charset="-78"/>
                <a:cs typeface="IBM Plex Sans Arabic Medium" panose="020B0603050203000203" pitchFamily="34" charset="-78"/>
              </a:endParaRPr>
            </a:p>
          </p:txBody>
        </p:sp>
        <p:sp>
          <p:nvSpPr>
            <p:cNvPr id="12" name="TextBox 11">
              <a:extLst>
                <a:ext uri="{FF2B5EF4-FFF2-40B4-BE49-F238E27FC236}">
                  <a16:creationId xmlns:a16="http://schemas.microsoft.com/office/drawing/2014/main" id="{B3BF80DF-2263-74AE-FA28-F9F58B8BB50F}"/>
                </a:ext>
              </a:extLst>
            </p:cNvPr>
            <p:cNvSpPr txBox="1"/>
            <p:nvPr/>
          </p:nvSpPr>
          <p:spPr>
            <a:xfrm>
              <a:off x="4327476" y="2325738"/>
              <a:ext cx="3136850" cy="2385461"/>
            </a:xfrm>
            <a:prstGeom prst="rect">
              <a:avLst/>
            </a:prstGeom>
            <a:noFill/>
          </p:spPr>
          <p:txBody>
            <a:bodyPr wrap="square" lIns="0" tIns="0" rIns="0" bIns="0" anchor="t">
              <a:spAutoFit/>
            </a:bodyPr>
            <a:lstStyle/>
            <a:p>
              <a:pPr algn="r" rtl="1">
                <a:lnSpc>
                  <a:spcPts val="1739"/>
                </a:lnSpc>
              </a:pPr>
              <a:r>
                <a:rPr lang="fa-IR" sz="1087" b="0" i="0" u="none" dirty="0">
                  <a:solidFill>
                    <a:srgbClr val="3A523E"/>
                  </a:solidFill>
                  <a:latin typeface="IBM Plex Sans Arabic Medium" panose="020B0603050203000203" pitchFamily="34" charset="-78"/>
                  <a:cs typeface="IBM Plex Sans Arabic Medium" panose="020B0603050203000203" pitchFamily="34" charset="-78"/>
                </a:rPr>
                <a:t>● مقایسه با آستانه تولرانس:</a:t>
              </a:r>
            </a:p>
            <a:p>
              <a:pPr algn="r" rtl="1">
                <a:lnSpc>
                  <a:spcPts val="1739"/>
                </a:lnSpc>
              </a:pPr>
              <a:r>
                <a:rPr lang="fa-IR" sz="1087" b="0" i="0" u="none" dirty="0">
                  <a:solidFill>
                    <a:srgbClr val="3A523E"/>
                  </a:solidFill>
                  <a:latin typeface="IBM Plex Sans Arabic Medium" panose="020B0603050203000203" pitchFamily="34" charset="-78"/>
                  <a:cs typeface="IBM Plex Sans Arabic Medium" panose="020B0603050203000203" pitchFamily="34" charset="-78"/>
                </a:rPr>
                <a:t>سیستم دمای میانگین محاسبه‌شده را با دمای هدف</a:t>
              </a:r>
              <a:r>
                <a:rPr lang="en-US" sz="1087"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087" b="0" i="0" u="none" dirty="0">
                  <a:solidFill>
                    <a:srgbClr val="3A523E"/>
                  </a:solidFill>
                  <a:latin typeface="IBM Plex Sans Arabic Medium" panose="020B0603050203000203" pitchFamily="34" charset="-78"/>
                  <a:cs typeface="IBM Plex Sans Arabic Medium" panose="020B0603050203000203" pitchFamily="34" charset="-78"/>
                </a:rPr>
                <a:t>و درصد تولرانس مجاز مقایسه می‌کند. </a:t>
              </a:r>
            </a:p>
            <a:p>
              <a:pPr algn="r" rtl="1">
                <a:lnSpc>
                  <a:spcPts val="1739"/>
                </a:lnSpc>
              </a:pPr>
              <a:r>
                <a:rPr lang="fa-IR" sz="1087" dirty="0">
                  <a:solidFill>
                    <a:srgbClr val="3A523E"/>
                  </a:solidFill>
                  <a:latin typeface="IBM Plex Sans Arabic Medium" panose="020B0603050203000203" pitchFamily="34" charset="-78"/>
                  <a:cs typeface="IBM Plex Sans Arabic Medium" panose="020B0603050203000203" pitchFamily="34" charset="-78"/>
                </a:rPr>
                <a:t>● تصمیم‌گیری برای عملگرها:</a:t>
              </a:r>
            </a:p>
            <a:p>
              <a:pPr algn="r" rtl="1">
                <a:lnSpc>
                  <a:spcPts val="1739"/>
                </a:lnSpc>
              </a:pPr>
              <a:r>
                <a:rPr lang="fa-IR" sz="1087" dirty="0">
                  <a:solidFill>
                    <a:srgbClr val="3A523E"/>
                  </a:solidFill>
                  <a:latin typeface="IBM Plex Sans Arabic Medium" panose="020B0603050203000203" pitchFamily="34" charset="-78"/>
                  <a:cs typeface="IBM Plex Sans Arabic Medium" panose="020B0603050203000203" pitchFamily="34" charset="-78"/>
                </a:rPr>
                <a:t>اگر دمای میانگین &gt; حد بالا: فن </a:t>
              </a:r>
              <a:r>
                <a:rPr lang="en-US" sz="1087" dirty="0">
                  <a:solidFill>
                    <a:srgbClr val="3A523E"/>
                  </a:solidFill>
                  <a:latin typeface="IBM Plex Sans Arabic Medium" panose="020B0603050203000203" pitchFamily="34" charset="-78"/>
                  <a:cs typeface="IBM Plex Sans Arabic Medium" panose="020B0603050203000203" pitchFamily="34" charset="-78"/>
                </a:rPr>
                <a:t>PIN_FAN</a:t>
              </a:r>
              <a:r>
                <a:rPr lang="fa-IR" sz="1087" dirty="0">
                  <a:solidFill>
                    <a:srgbClr val="3A523E"/>
                  </a:solidFill>
                  <a:latin typeface="IBM Plex Sans Arabic Medium" panose="020B0603050203000203" pitchFamily="34" charset="-78"/>
                  <a:cs typeface="IBM Plex Sans Arabic Medium" panose="020B0603050203000203" pitchFamily="34" charset="-78"/>
                </a:rPr>
                <a:t> روی </a:t>
              </a:r>
              <a:r>
                <a:rPr lang="en-US" sz="1087" dirty="0">
                  <a:solidFill>
                    <a:srgbClr val="3A523E"/>
                  </a:solidFill>
                  <a:latin typeface="IBM Plex Sans Arabic Medium" panose="020B0603050203000203" pitchFamily="34" charset="-78"/>
                  <a:cs typeface="IBM Plex Sans Arabic Medium" panose="020B0603050203000203" pitchFamily="34" charset="-78"/>
                </a:rPr>
                <a:t>PA1</a:t>
              </a:r>
              <a:r>
                <a:rPr lang="fa-IR" sz="1087" dirty="0">
                  <a:solidFill>
                    <a:srgbClr val="3A523E"/>
                  </a:solidFill>
                  <a:latin typeface="IBM Plex Sans Arabic Medium" panose="020B0603050203000203" pitchFamily="34" charset="-78"/>
                  <a:cs typeface="IBM Plex Sans Arabic Medium" panose="020B0603050203000203" pitchFamily="34" charset="-78"/>
                </a:rPr>
                <a:t> روشن و هیتر خاموش می‌شود. </a:t>
              </a:r>
            </a:p>
            <a:p>
              <a:pPr algn="r" rtl="1">
                <a:lnSpc>
                  <a:spcPts val="1739"/>
                </a:lnSpc>
              </a:pPr>
              <a:r>
                <a:rPr lang="fa-IR" sz="1087" dirty="0">
                  <a:solidFill>
                    <a:srgbClr val="3A523E"/>
                  </a:solidFill>
                  <a:latin typeface="IBM Plex Sans Arabic Medium" panose="020B0603050203000203" pitchFamily="34" charset="-78"/>
                  <a:cs typeface="IBM Plex Sans Arabic Medium" panose="020B0603050203000203" pitchFamily="34" charset="-78"/>
                </a:rPr>
                <a:t> اگر دمای میانگین &lt; حد پایین: هیتر</a:t>
              </a:r>
              <a:r>
                <a:rPr lang="en-US" sz="1087" dirty="0">
                  <a:solidFill>
                    <a:srgbClr val="3A523E"/>
                  </a:solidFill>
                  <a:latin typeface="IBM Plex Sans Arabic Medium" panose="020B0603050203000203" pitchFamily="34" charset="-78"/>
                  <a:cs typeface="IBM Plex Sans Arabic Medium" panose="020B0603050203000203" pitchFamily="34" charset="-78"/>
                </a:rPr>
                <a:t>PIN_HEATER </a:t>
              </a:r>
              <a:r>
                <a:rPr lang="fa-IR" sz="1087" dirty="0">
                  <a:solidFill>
                    <a:srgbClr val="3A523E"/>
                  </a:solidFill>
                  <a:latin typeface="IBM Plex Sans Arabic Medium" panose="020B0603050203000203" pitchFamily="34" charset="-78"/>
                  <a:cs typeface="IBM Plex Sans Arabic Medium" panose="020B0603050203000203" pitchFamily="34" charset="-78"/>
                </a:rPr>
                <a:t> روی </a:t>
              </a:r>
              <a:r>
                <a:rPr lang="en-US" sz="1087" dirty="0">
                  <a:solidFill>
                    <a:srgbClr val="3A523E"/>
                  </a:solidFill>
                  <a:latin typeface="IBM Plex Sans Arabic Medium" panose="020B0603050203000203" pitchFamily="34" charset="-78"/>
                  <a:cs typeface="IBM Plex Sans Arabic Medium" panose="020B0603050203000203" pitchFamily="34" charset="-78"/>
                </a:rPr>
                <a:t>PA2 </a:t>
              </a:r>
              <a:r>
                <a:rPr lang="fa-IR" sz="1087" dirty="0">
                  <a:solidFill>
                    <a:srgbClr val="3A523E"/>
                  </a:solidFill>
                  <a:latin typeface="IBM Plex Sans Arabic Medium" panose="020B0603050203000203" pitchFamily="34" charset="-78"/>
                  <a:cs typeface="IBM Plex Sans Arabic Medium" panose="020B0603050203000203" pitchFamily="34" charset="-78"/>
                </a:rPr>
                <a:t> روشن و فن خاموش می‌شود. </a:t>
              </a:r>
            </a:p>
            <a:p>
              <a:pPr algn="r" rtl="1">
                <a:lnSpc>
                  <a:spcPts val="1739"/>
                </a:lnSpc>
              </a:pPr>
              <a:r>
                <a:rPr lang="fa-IR" sz="1087" dirty="0">
                  <a:solidFill>
                    <a:srgbClr val="3A523E"/>
                  </a:solidFill>
                  <a:latin typeface="IBM Plex Sans Arabic Medium" panose="020B0603050203000203" pitchFamily="34" charset="-78"/>
                  <a:cs typeface="IBM Plex Sans Arabic Medium" panose="020B0603050203000203" pitchFamily="34" charset="-78"/>
                </a:rPr>
                <a:t> اگر دما در محدوده امن باشد: هر دو عملگر فن و هیتر خاموش می‌مانند. </a:t>
              </a:r>
              <a:endParaRPr lang="fa-IR" sz="1087" b="0" i="0" u="none" dirty="0">
                <a:solidFill>
                  <a:srgbClr val="3A523E"/>
                </a:solidFill>
                <a:latin typeface="IBM Plex Sans Arabic Medium" panose="020B0603050203000203" pitchFamily="34" charset="-78"/>
                <a:cs typeface="IBM Plex Sans Arabic Medium" panose="020B0603050203000203" pitchFamily="34" charset="-78"/>
              </a:endParaRPr>
            </a:p>
            <a:p>
              <a:pPr algn="r" rtl="1">
                <a:lnSpc>
                  <a:spcPts val="1739"/>
                </a:lnSpc>
              </a:pPr>
              <a:endParaRPr lang="fa-IR" sz="1087" b="0" i="0" u="none" dirty="0">
                <a:solidFill>
                  <a:srgbClr val="3A523E"/>
                </a:solidFill>
                <a:latin typeface="IBM Plex Sans Arabic Medium" panose="020B0603050203000203" pitchFamily="34" charset="-78"/>
                <a:cs typeface="IBM Plex Sans Arabic Medium" panose="020B0603050203000203" pitchFamily="34" charset="-78"/>
              </a:endParaRPr>
            </a:p>
          </p:txBody>
        </p:sp>
      </p:grpSp>
      <p:pic>
        <p:nvPicPr>
          <p:cNvPr id="13" name="Picture 12" descr="image.png">
            <a:extLst>
              <a:ext uri="{FF2B5EF4-FFF2-40B4-BE49-F238E27FC236}">
                <a16:creationId xmlns:a16="http://schemas.microsoft.com/office/drawing/2014/main" id="{5213B54F-FC6E-CB75-188E-3C86FEC84D46}"/>
              </a:ext>
            </a:extLst>
          </p:cNvPr>
          <p:cNvPicPr>
            <a:picLocks noChangeAspect="1"/>
          </p:cNvPicPr>
          <p:nvPr/>
        </p:nvPicPr>
        <p:blipFill>
          <a:blip r:embed="rId5"/>
          <a:stretch>
            <a:fillRect/>
          </a:stretch>
        </p:blipFill>
        <p:spPr>
          <a:xfrm>
            <a:off x="4357193" y="1429147"/>
            <a:ext cx="315758" cy="266700"/>
          </a:xfrm>
          <a:prstGeom prst="rect">
            <a:avLst/>
          </a:prstGeom>
        </p:spPr>
      </p:pic>
      <p:grpSp>
        <p:nvGrpSpPr>
          <p:cNvPr id="14" name="Group 13">
            <a:extLst>
              <a:ext uri="{FF2B5EF4-FFF2-40B4-BE49-F238E27FC236}">
                <a16:creationId xmlns:a16="http://schemas.microsoft.com/office/drawing/2014/main" id="{0C499AC4-F49C-F32B-1D54-1ECDE895D919}"/>
              </a:ext>
            </a:extLst>
          </p:cNvPr>
          <p:cNvGrpSpPr/>
          <p:nvPr/>
        </p:nvGrpSpPr>
        <p:grpSpPr>
          <a:xfrm>
            <a:off x="578870" y="1014115"/>
            <a:ext cx="4389617" cy="4797326"/>
            <a:chOff x="7211833" y="1030337"/>
            <a:chExt cx="4389617" cy="4797326"/>
          </a:xfrm>
        </p:grpSpPr>
        <p:pic>
          <p:nvPicPr>
            <p:cNvPr id="3" name="Picture 2" descr="image.png"/>
            <p:cNvPicPr>
              <a:picLocks noChangeAspect="1"/>
            </p:cNvPicPr>
            <p:nvPr/>
          </p:nvPicPr>
          <p:blipFill>
            <a:blip r:embed="rId3"/>
            <a:stretch>
              <a:fillRect/>
            </a:stretch>
          </p:blipFill>
          <p:spPr>
            <a:xfrm>
              <a:off x="7211833" y="1030337"/>
              <a:ext cx="4389617" cy="4797326"/>
            </a:xfrm>
            <a:prstGeom prst="rect">
              <a:avLst/>
            </a:prstGeom>
          </p:spPr>
        </p:pic>
        <p:pic>
          <p:nvPicPr>
            <p:cNvPr id="16" name="Picture 15" descr="image.png"/>
            <p:cNvPicPr>
              <a:picLocks noChangeAspect="1"/>
            </p:cNvPicPr>
            <p:nvPr/>
          </p:nvPicPr>
          <p:blipFill>
            <a:blip r:embed="rId4"/>
            <a:stretch>
              <a:fillRect/>
            </a:stretch>
          </p:blipFill>
          <p:spPr>
            <a:xfrm>
              <a:off x="10944226" y="1287513"/>
              <a:ext cx="495300" cy="495300"/>
            </a:xfrm>
            <a:prstGeom prst="rect">
              <a:avLst/>
            </a:prstGeom>
          </p:spPr>
        </p:pic>
        <p:sp>
          <p:nvSpPr>
            <p:cNvPr id="17" name="TextBox 16"/>
            <p:cNvSpPr txBox="1"/>
            <p:nvPr/>
          </p:nvSpPr>
          <p:spPr>
            <a:xfrm>
              <a:off x="8145833" y="1954263"/>
              <a:ext cx="3293692" cy="219291"/>
            </a:xfrm>
            <a:prstGeom prst="rect">
              <a:avLst/>
            </a:prstGeom>
            <a:noFill/>
          </p:spPr>
          <p:txBody>
            <a:bodyPr wrap="square" lIns="0" tIns="0" rIns="0" bIns="0" anchor="t">
              <a:spAutoFit/>
            </a:bodyPr>
            <a:lstStyle/>
            <a:p>
              <a:pPr algn="r" rtl="1"/>
              <a:r>
                <a:rPr lang="fa-IR" sz="1400" b="1" i="0" u="none" dirty="0">
                  <a:solidFill>
                    <a:srgbClr val="1B3320"/>
                  </a:solidFill>
                  <a:latin typeface="IBM Plex Sans Arabic Medium" panose="020B0603050203000203" pitchFamily="34" charset="-78"/>
                  <a:cs typeface="IBM Plex Sans Arabic Medium" panose="020B0603050203000203" pitchFamily="34" charset="-78"/>
                </a:rPr>
                <a:t>۴. معماری ارتباطی و پروتکل تله‌متری</a:t>
              </a:r>
              <a:endParaRPr sz="1400" b="1" i="0" u="none" dirty="0">
                <a:solidFill>
                  <a:srgbClr val="1B3320"/>
                </a:solidFill>
                <a:latin typeface="IBM Plex Sans Arabic Medium" panose="020B0603050203000203" pitchFamily="34" charset="-78"/>
                <a:cs typeface="IBM Plex Sans Arabic Medium" panose="020B0603050203000203" pitchFamily="34" charset="-78"/>
              </a:endParaRPr>
            </a:p>
          </p:txBody>
        </p:sp>
        <p:sp>
          <p:nvSpPr>
            <p:cNvPr id="18" name="TextBox 17"/>
            <p:cNvSpPr txBox="1"/>
            <p:nvPr/>
          </p:nvSpPr>
          <p:spPr>
            <a:xfrm>
              <a:off x="7617350" y="2325738"/>
              <a:ext cx="3822175" cy="2375715"/>
            </a:xfrm>
            <a:prstGeom prst="rect">
              <a:avLst/>
            </a:prstGeom>
            <a:noFill/>
          </p:spPr>
          <p:txBody>
            <a:bodyPr wrap="square" lIns="0" tIns="0" rIns="0" bIns="0" anchor="t">
              <a:spAutoFit/>
            </a:bodyPr>
            <a:lstStyle/>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●ارسال بسته های تله متری در هر ثانیه، برد اصلی یک بسته متنی ساختار یافته (حاوی زمان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RTC،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تاریخ، دمای لحظه ای، دمای میانگین، وضعیت حریق، وضعیت قفل و دمای هدف) را از طریق</a:t>
              </a:r>
              <a:r>
                <a:rPr lang="fa-IR" sz="1100" dirty="0">
                  <a:solidFill>
                    <a:srgbClr val="3A523E"/>
                  </a:solidFill>
                  <a:latin typeface="IBM Plex Sans Arabic Medium" panose="020B0603050203000203" pitchFamily="34" charset="-78"/>
                  <a:cs typeface="IBM Plex Sans Arabic Medium" panose="020B0603050203000203" pitchFamily="34" charset="-78"/>
                </a:rPr>
                <a:t> </a:t>
              </a:r>
              <a:r>
                <a:rPr lang="en-US" sz="1100" dirty="0">
                  <a:solidFill>
                    <a:srgbClr val="3A523E"/>
                  </a:solidFill>
                  <a:latin typeface="IBM Plex Sans Arabic Medium" panose="020B0603050203000203" pitchFamily="34" charset="-78"/>
                  <a:cs typeface="IBM Plex Sans Arabic Medium" panose="020B0603050203000203" pitchFamily="34" charset="-78"/>
                </a:rPr>
                <a:t>UART1</a:t>
              </a:r>
              <a:r>
                <a:rPr lang="fa-IR" sz="1100"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به برد ثانویه ارسال می‌کند. </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نمونه فرمت بسته:</a:t>
              </a:r>
            </a:p>
            <a:p>
              <a:pPr algn="l">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TIME=</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hh:mm:ss|DATE</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yy-mm-dd|CUR</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xx.x|AVG</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xx.x|FIRE</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x|LOCK</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x|TARG</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xx.x</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a:t>
              </a:r>
              <a:endParaRPr lang="fa-IR" sz="1100" b="0" i="0" u="none" dirty="0">
                <a:solidFill>
                  <a:srgbClr val="3A523E"/>
                </a:solidFill>
                <a:latin typeface="IBM Plex Sans Arabic Medium" panose="020B0603050203000203" pitchFamily="34" charset="-78"/>
                <a:cs typeface="IBM Plex Sans Arabic Medium" panose="020B0603050203000203" pitchFamily="34" charset="-78"/>
              </a:endParaRP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پردازش دستورات دریافتی:</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دریافت کاراکتر ها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به‌صورت</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غیر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بلاک</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کننده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Interrupt Mod</a:t>
              </a:r>
              <a:r>
                <a:rPr lang="fa-IR" sz="1100" dirty="0">
                  <a:solidFill>
                    <a:srgbClr val="3A523E"/>
                  </a:solidFill>
                  <a:latin typeface="IBM Plex Sans Arabic Medium" panose="020B0603050203000203" pitchFamily="34" charset="-78"/>
                  <a:cs typeface="IBM Plex Sans Arabic Medium" panose="020B0603050203000203" pitchFamily="34" charset="-78"/>
                </a:rPr>
                <a:t>)</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انجام می‌شود.  پس از دریافت کاراکتر پایان خط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r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یا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n،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دستوراتی مانند تنظیم دمای هدف </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set_temp</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تنظیم ساعت و تاریخ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RTC (</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set_time</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 </a:t>
              </a:r>
              <a:r>
                <a:rPr lang="en-US" sz="1100" b="0" i="0" u="none" dirty="0" err="1">
                  <a:solidFill>
                    <a:srgbClr val="3A523E"/>
                  </a:solidFill>
                  <a:latin typeface="IBM Plex Sans Arabic Medium" panose="020B0603050203000203" pitchFamily="34" charset="-78"/>
                  <a:cs typeface="IBM Plex Sans Arabic Medium" panose="020B0603050203000203" pitchFamily="34" charset="-78"/>
                </a:rPr>
                <a:t>set_date</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بی‌صدا کردن آلارم یا ریست سیستم</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پارس و اعمال می‌گردند. </a:t>
              </a:r>
              <a:endParaRPr sz="1100" b="0" i="0" u="none" dirty="0">
                <a:solidFill>
                  <a:srgbClr val="3A523E"/>
                </a:solidFill>
                <a:latin typeface="IBM Plex Sans Arabic Medium" panose="020B0603050203000203" pitchFamily="34" charset="-78"/>
                <a:cs typeface="IBM Plex Sans Arabic Medium" panose="020B0603050203000203" pitchFamily="34" charset="-78"/>
              </a:endParaRPr>
            </a:p>
          </p:txBody>
        </p:sp>
        <p:pic>
          <p:nvPicPr>
            <p:cNvPr id="19" name="Picture 18" descr="image.png">
              <a:extLst>
                <a:ext uri="{FF2B5EF4-FFF2-40B4-BE49-F238E27FC236}">
                  <a16:creationId xmlns:a16="http://schemas.microsoft.com/office/drawing/2014/main" id="{BB8EC067-312D-738F-123F-6D69009DAD99}"/>
                </a:ext>
              </a:extLst>
            </p:cNvPr>
            <p:cNvPicPr>
              <a:picLocks noChangeAspect="1"/>
            </p:cNvPicPr>
            <p:nvPr/>
          </p:nvPicPr>
          <p:blipFill>
            <a:blip r:embed="rId6"/>
            <a:stretch>
              <a:fillRect/>
            </a:stretch>
          </p:blipFill>
          <p:spPr>
            <a:xfrm>
              <a:off x="11025188" y="1389535"/>
              <a:ext cx="333375" cy="266700"/>
            </a:xfrm>
            <a:prstGeom prst="rect">
              <a:avLst/>
            </a:prstGeom>
          </p:spPr>
        </p:pic>
      </p:grpSp>
      <p:pic>
        <p:nvPicPr>
          <p:cNvPr id="22" name="Picture 21" descr="image.png">
            <a:extLst>
              <a:ext uri="{FF2B5EF4-FFF2-40B4-BE49-F238E27FC236}">
                <a16:creationId xmlns:a16="http://schemas.microsoft.com/office/drawing/2014/main" id="{9A50A26B-FCC3-6A82-2DFC-576DE9D8C9CF}"/>
              </a:ext>
            </a:extLst>
          </p:cNvPr>
          <p:cNvPicPr>
            <a:picLocks noChangeAspect="1"/>
          </p:cNvPicPr>
          <p:nvPr/>
        </p:nvPicPr>
        <p:blipFill>
          <a:blip r:embed="rId3"/>
          <a:stretch>
            <a:fillRect/>
          </a:stretch>
        </p:blipFill>
        <p:spPr>
          <a:xfrm>
            <a:off x="6637565" y="999734"/>
            <a:ext cx="4897210" cy="4807128"/>
          </a:xfrm>
          <a:prstGeom prst="rect">
            <a:avLst/>
          </a:prstGeom>
        </p:spPr>
      </p:pic>
      <p:pic>
        <p:nvPicPr>
          <p:cNvPr id="23" name="Picture 22" descr="image.png">
            <a:extLst>
              <a:ext uri="{FF2B5EF4-FFF2-40B4-BE49-F238E27FC236}">
                <a16:creationId xmlns:a16="http://schemas.microsoft.com/office/drawing/2014/main" id="{0139E163-01CE-CA83-5CFD-34C4F5E7944E}"/>
              </a:ext>
            </a:extLst>
          </p:cNvPr>
          <p:cNvPicPr>
            <a:picLocks noChangeAspect="1"/>
          </p:cNvPicPr>
          <p:nvPr/>
        </p:nvPicPr>
        <p:blipFill>
          <a:blip r:embed="rId4"/>
          <a:stretch>
            <a:fillRect/>
          </a:stretch>
        </p:blipFill>
        <p:spPr>
          <a:xfrm>
            <a:off x="10812804" y="1267776"/>
            <a:ext cx="495300" cy="495300"/>
          </a:xfrm>
          <a:prstGeom prst="rect">
            <a:avLst/>
          </a:prstGeom>
        </p:spPr>
      </p:pic>
      <p:sp>
        <p:nvSpPr>
          <p:cNvPr id="26" name="TextBox 25">
            <a:extLst>
              <a:ext uri="{FF2B5EF4-FFF2-40B4-BE49-F238E27FC236}">
                <a16:creationId xmlns:a16="http://schemas.microsoft.com/office/drawing/2014/main" id="{222C8477-209E-3EC0-E38A-271EC7D65249}"/>
              </a:ext>
            </a:extLst>
          </p:cNvPr>
          <p:cNvSpPr txBox="1"/>
          <p:nvPr/>
        </p:nvSpPr>
        <p:spPr>
          <a:xfrm>
            <a:off x="7740700" y="1923661"/>
            <a:ext cx="3575000" cy="219291"/>
          </a:xfrm>
          <a:prstGeom prst="rect">
            <a:avLst/>
          </a:prstGeom>
          <a:noFill/>
        </p:spPr>
        <p:txBody>
          <a:bodyPr wrap="square" lIns="0" tIns="0" rIns="0" bIns="0" anchor="t">
            <a:spAutoFit/>
          </a:bodyPr>
          <a:lstStyle/>
          <a:p>
            <a:pPr algn="r" rtl="1"/>
            <a:r>
              <a:rPr lang="fa-IR" sz="1400" b="1" dirty="0">
                <a:solidFill>
                  <a:srgbClr val="1B3320"/>
                </a:solidFill>
                <a:latin typeface="IBM Plex Sans Arabic Medium" panose="020B0603050203000203" pitchFamily="34" charset="-78"/>
                <a:cs typeface="IBM Plex Sans Arabic Medium" panose="020B0603050203000203" pitchFamily="34" charset="-78"/>
              </a:rPr>
              <a:t>۳. منطق ایمنی حریق و قفل اضطراری</a:t>
            </a:r>
            <a:endParaRPr sz="1400" b="1" i="0" u="none" dirty="0">
              <a:solidFill>
                <a:srgbClr val="1B3320"/>
              </a:solidFill>
              <a:latin typeface="IBM Plex Sans Arabic Medium" panose="020B0603050203000203" pitchFamily="34" charset="-78"/>
              <a:cs typeface="IBM Plex Sans Arabic Medium" panose="020B0603050203000203" pitchFamily="34" charset="-78"/>
            </a:endParaRPr>
          </a:p>
        </p:txBody>
      </p:sp>
      <p:sp>
        <p:nvSpPr>
          <p:cNvPr id="27" name="TextBox 26">
            <a:extLst>
              <a:ext uri="{FF2B5EF4-FFF2-40B4-BE49-F238E27FC236}">
                <a16:creationId xmlns:a16="http://schemas.microsoft.com/office/drawing/2014/main" id="{AC7389C7-D4B1-DD1D-7FA6-9AE18CC3BEDF}"/>
              </a:ext>
            </a:extLst>
          </p:cNvPr>
          <p:cNvSpPr txBox="1"/>
          <p:nvPr/>
        </p:nvSpPr>
        <p:spPr>
          <a:xfrm>
            <a:off x="7004703" y="2295136"/>
            <a:ext cx="4310997" cy="2385461"/>
          </a:xfrm>
          <a:prstGeom prst="rect">
            <a:avLst/>
          </a:prstGeom>
          <a:noFill/>
        </p:spPr>
        <p:txBody>
          <a:bodyPr wrap="square" lIns="0" tIns="0" rIns="0" bIns="0" anchor="t">
            <a:spAutoFit/>
          </a:bodyPr>
          <a:lstStyle/>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تشخیص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سنسور</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های اعلام حریق:</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ورودی دو سنسور حریق</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PIN_FIRE_1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و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PIN_FIRE_2</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روی پایه های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PA3</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و</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PA4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به صورت دیجیتال پایش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می‌شود</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فعال سازی حالت قفل اضطراری:</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در صورت فعال شدن هر یک از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سنسور</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ها، سیستم بلافاصله وارد وضعیت اضطراری می‌شود:  آب پاش مربوط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SPRINKER_1</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یا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SPRINKLER_2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فعال می‌گردد. </a:t>
            </a:r>
          </a:p>
          <a:p>
            <a:pPr algn="r" rtl="1">
              <a:lnSpc>
                <a:spcPts val="1739"/>
              </a:lnSpc>
            </a:pPr>
            <a:r>
              <a:rPr lang="fa-IR" sz="1100" b="0" i="0" u="none" dirty="0">
                <a:solidFill>
                  <a:srgbClr val="3A523E"/>
                </a:solidFill>
                <a:latin typeface="IBM Plex Sans Arabic Medium" panose="020B0603050203000203" pitchFamily="34" charset="-78"/>
                <a:cs typeface="IBM Plex Sans Arabic Medium" panose="020B0603050203000203" pitchFamily="34" charset="-78"/>
              </a:rPr>
              <a:t> بوق هشدار به صورت چشمک زن/تناوبی به صدا در می‌آید. کلیه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عملگر</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های اقلیمی (فن و هیتر) برای جلوگیری از تغذیه یا گسترش حریق غیر فعال می‌گردند.  </a:t>
            </a:r>
          </a:p>
          <a:p>
            <a:pPr algn="r" rtl="1">
              <a:lnSpc>
                <a:spcPts val="1739"/>
              </a:lnSpc>
            </a:pPr>
            <a:r>
              <a:rPr lang="fa-IR" sz="1100" dirty="0">
                <a:solidFill>
                  <a:srgbClr val="3A523E"/>
                </a:solidFill>
                <a:latin typeface="IBM Plex Sans Arabic Medium" panose="020B0603050203000203" pitchFamily="34" charset="-78"/>
                <a:cs typeface="IBM Plex Sans Arabic Medium" panose="020B0603050203000203" pitchFamily="34" charset="-78"/>
              </a:rPr>
              <a:t>●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زمان بندی قفل و بازگشت خودکار: سیستم زمان آخرین تشخیص حریق را نگه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می‌دارد</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پس از قطع سیگنال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سنسور</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 ها و گذشت یک بازه زمانی مشخص </a:t>
            </a:r>
            <a:r>
              <a:rPr lang="en-US" sz="1100" b="0" i="0" u="none" dirty="0">
                <a:solidFill>
                  <a:srgbClr val="3A523E"/>
                </a:solidFill>
                <a:latin typeface="IBM Plex Sans Arabic Medium" panose="020B0603050203000203" pitchFamily="34" charset="-78"/>
                <a:cs typeface="IBM Plex Sans Arabic Medium" panose="020B0603050203000203" pitchFamily="34" charset="-78"/>
              </a:rPr>
              <a:t>ALARM_LOCK_DURATION_MS، </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قفل ایمنی به صورت خودکار آزاد شده و کنترل اقلیمی به حالت عادی باز </a:t>
            </a:r>
            <a:r>
              <a:rPr lang="fa-IR" sz="1100" b="0" i="0" u="none" dirty="0" err="1">
                <a:solidFill>
                  <a:srgbClr val="3A523E"/>
                </a:solidFill>
                <a:latin typeface="IBM Plex Sans Arabic Medium" panose="020B0603050203000203" pitchFamily="34" charset="-78"/>
                <a:cs typeface="IBM Plex Sans Arabic Medium" panose="020B0603050203000203" pitchFamily="34" charset="-78"/>
              </a:rPr>
              <a:t>می‌گردد</a:t>
            </a:r>
            <a:r>
              <a:rPr lang="fa-IR" sz="1100" b="0" i="0" u="none" dirty="0">
                <a:solidFill>
                  <a:srgbClr val="3A523E"/>
                </a:solidFill>
                <a:latin typeface="IBM Plex Sans Arabic Medium" panose="020B0603050203000203" pitchFamily="34" charset="-78"/>
                <a:cs typeface="IBM Plex Sans Arabic Medium" panose="020B0603050203000203" pitchFamily="34" charset="-78"/>
              </a:rPr>
              <a:t>.</a:t>
            </a:r>
          </a:p>
        </p:txBody>
      </p:sp>
      <p:pic>
        <p:nvPicPr>
          <p:cNvPr id="28" name="Picture 27" descr="image.png">
            <a:extLst>
              <a:ext uri="{FF2B5EF4-FFF2-40B4-BE49-F238E27FC236}">
                <a16:creationId xmlns:a16="http://schemas.microsoft.com/office/drawing/2014/main" id="{D7DAEA55-0968-1E75-C955-71F1C26E158D}"/>
              </a:ext>
            </a:extLst>
          </p:cNvPr>
          <p:cNvPicPr>
            <a:picLocks noChangeAspect="1"/>
          </p:cNvPicPr>
          <p:nvPr/>
        </p:nvPicPr>
        <p:blipFill>
          <a:blip r:embed="rId7"/>
          <a:stretch>
            <a:fillRect/>
          </a:stretch>
        </p:blipFill>
        <p:spPr>
          <a:xfrm>
            <a:off x="10934700" y="1392781"/>
            <a:ext cx="266700" cy="266700"/>
          </a:xfrm>
          <a:prstGeom prst="rect">
            <a:avLst/>
          </a:prstGeom>
        </p:spPr>
      </p:pic>
    </p:spTree>
    <p:extLst>
      <p:ext uri="{BB962C8B-B14F-4D97-AF65-F5344CB8AC3E}">
        <p14:creationId xmlns:p14="http://schemas.microsoft.com/office/powerpoint/2010/main" val="1844436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سامانه پایش محیط و ایمنی حریق </a:t>
            </a:r>
            <a:r>
              <a:rPr lang="en-US" sz="975" b="0" i="0" u="none" dirty="0">
                <a:solidFill>
                  <a:srgbClr val="598561"/>
                </a:solidFill>
                <a:latin typeface="IBM Plex Sans Arabic Medium" panose="020B0603050203000203" pitchFamily="34" charset="-78"/>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زیر بخش‌۱؛</a:t>
            </a:r>
            <a:r>
              <a:rPr lang="fa-IR" sz="2100" dirty="0">
                <a:solidFill>
                  <a:srgbClr val="2B4C31"/>
                </a:solidFill>
                <a:latin typeface="IBM Plex Sans Arabic Medium" panose="020B0603050203000203" pitchFamily="34" charset="-78"/>
                <a:cs typeface="IBM Plex Sans Arabic Medium" panose="020B0603050203000203" pitchFamily="34" charset="-78"/>
              </a:rPr>
              <a:t> </a:t>
            </a:r>
            <a:r>
              <a:rPr lang="fa-IR" sz="2100" b="0" i="0" u="none" dirty="0">
                <a:solidFill>
                  <a:srgbClr val="2B4C31"/>
                </a:solidFill>
                <a:latin typeface="IBM Plex Sans Arabic Medium" panose="020B0603050203000203" pitchFamily="34" charset="-78"/>
                <a:cs typeface="IBM Plex Sans Arabic Medium" panose="020B0603050203000203" pitchFamily="34" charset="-78"/>
              </a:rPr>
              <a:t>توابع کلیدی و کاربردی پروژه (برد اصلی و ثانویه)</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pic>
        <p:nvPicPr>
          <p:cNvPr id="29" name="Picture 28" descr="image.png"/>
          <p:cNvPicPr>
            <a:picLocks noChangeAspect="1"/>
          </p:cNvPicPr>
          <p:nvPr/>
        </p:nvPicPr>
        <p:blipFill>
          <a:blip r:embed="rId3"/>
          <a:stretch>
            <a:fillRect/>
          </a:stretch>
        </p:blipFill>
        <p:spPr>
          <a:xfrm>
            <a:off x="6238875" y="2552701"/>
            <a:ext cx="5429250" cy="669130"/>
          </a:xfrm>
          <a:prstGeom prst="rect">
            <a:avLst/>
          </a:prstGeom>
        </p:spPr>
      </p:pic>
      <p:pic>
        <p:nvPicPr>
          <p:cNvPr id="30" name="Picture 29" descr="image.png"/>
          <p:cNvPicPr>
            <a:picLocks noChangeAspect="1"/>
          </p:cNvPicPr>
          <p:nvPr/>
        </p:nvPicPr>
        <p:blipFill>
          <a:blip r:embed="rId4"/>
          <a:stretch>
            <a:fillRect/>
          </a:stretch>
        </p:blipFill>
        <p:spPr>
          <a:xfrm>
            <a:off x="6223159" y="3332856"/>
            <a:ext cx="5429250" cy="659606"/>
          </a:xfrm>
          <a:prstGeom prst="rect">
            <a:avLst/>
          </a:prstGeom>
        </p:spPr>
      </p:pic>
      <p:pic>
        <p:nvPicPr>
          <p:cNvPr id="31" name="Picture 30" descr="image.png"/>
          <p:cNvPicPr>
            <a:picLocks noChangeAspect="1"/>
          </p:cNvPicPr>
          <p:nvPr/>
        </p:nvPicPr>
        <p:blipFill>
          <a:blip r:embed="rId5"/>
          <a:stretch>
            <a:fillRect/>
          </a:stretch>
        </p:blipFill>
        <p:spPr>
          <a:xfrm>
            <a:off x="6229350" y="4106825"/>
            <a:ext cx="5429250" cy="659606"/>
          </a:xfrm>
          <a:prstGeom prst="rect">
            <a:avLst/>
          </a:prstGeom>
        </p:spPr>
      </p:pic>
      <p:pic>
        <p:nvPicPr>
          <p:cNvPr id="32" name="Picture 31" descr="image.png"/>
          <p:cNvPicPr>
            <a:picLocks noChangeAspect="1"/>
          </p:cNvPicPr>
          <p:nvPr/>
        </p:nvPicPr>
        <p:blipFill>
          <a:blip r:embed="rId5"/>
          <a:stretch>
            <a:fillRect/>
          </a:stretch>
        </p:blipFill>
        <p:spPr>
          <a:xfrm>
            <a:off x="6223159" y="4872263"/>
            <a:ext cx="5429250" cy="659606"/>
          </a:xfrm>
          <a:prstGeom prst="rect">
            <a:avLst/>
          </a:prstGeom>
        </p:spPr>
      </p:pic>
      <p:pic>
        <p:nvPicPr>
          <p:cNvPr id="33" name="Picture 32" descr="image.png"/>
          <p:cNvPicPr>
            <a:picLocks noChangeAspect="1"/>
          </p:cNvPicPr>
          <p:nvPr/>
        </p:nvPicPr>
        <p:blipFill>
          <a:blip r:embed="rId6"/>
          <a:stretch>
            <a:fillRect/>
          </a:stretch>
        </p:blipFill>
        <p:spPr>
          <a:xfrm>
            <a:off x="523875" y="2552700"/>
            <a:ext cx="5429250" cy="659606"/>
          </a:xfrm>
          <a:prstGeom prst="rect">
            <a:avLst/>
          </a:prstGeom>
        </p:spPr>
      </p:pic>
      <p:pic>
        <p:nvPicPr>
          <p:cNvPr id="34" name="Picture 33" descr="image.png"/>
          <p:cNvPicPr>
            <a:picLocks noChangeAspect="1"/>
          </p:cNvPicPr>
          <p:nvPr/>
        </p:nvPicPr>
        <p:blipFill>
          <a:blip r:embed="rId4"/>
          <a:stretch>
            <a:fillRect/>
          </a:stretch>
        </p:blipFill>
        <p:spPr>
          <a:xfrm>
            <a:off x="523875" y="3326606"/>
            <a:ext cx="5429250" cy="659606"/>
          </a:xfrm>
          <a:prstGeom prst="rect">
            <a:avLst/>
          </a:prstGeom>
        </p:spPr>
      </p:pic>
      <p:pic>
        <p:nvPicPr>
          <p:cNvPr id="35" name="Picture 34" descr="image.png"/>
          <p:cNvPicPr>
            <a:picLocks noChangeAspect="1"/>
          </p:cNvPicPr>
          <p:nvPr/>
        </p:nvPicPr>
        <p:blipFill>
          <a:blip r:embed="rId5"/>
          <a:stretch>
            <a:fillRect/>
          </a:stretch>
        </p:blipFill>
        <p:spPr>
          <a:xfrm>
            <a:off x="523875" y="4100512"/>
            <a:ext cx="5429250" cy="659606"/>
          </a:xfrm>
          <a:prstGeom prst="rect">
            <a:avLst/>
          </a:prstGeom>
        </p:spPr>
      </p:pic>
      <p:pic>
        <p:nvPicPr>
          <p:cNvPr id="36" name="Picture 35" descr="image.png"/>
          <p:cNvPicPr>
            <a:picLocks noChangeAspect="1"/>
          </p:cNvPicPr>
          <p:nvPr/>
        </p:nvPicPr>
        <p:blipFill>
          <a:blip r:embed="rId5"/>
          <a:stretch>
            <a:fillRect/>
          </a:stretch>
        </p:blipFill>
        <p:spPr>
          <a:xfrm>
            <a:off x="523875" y="4874418"/>
            <a:ext cx="5429250" cy="659606"/>
          </a:xfrm>
          <a:prstGeom prst="rect">
            <a:avLst/>
          </a:prstGeom>
        </p:spPr>
      </p:pic>
      <p:pic>
        <p:nvPicPr>
          <p:cNvPr id="37" name="Picture 36" descr="image.png"/>
          <p:cNvPicPr>
            <a:picLocks noChangeAspect="1"/>
          </p:cNvPicPr>
          <p:nvPr/>
        </p:nvPicPr>
        <p:blipFill>
          <a:blip r:embed="rId7"/>
          <a:stretch>
            <a:fillRect/>
          </a:stretch>
        </p:blipFill>
        <p:spPr>
          <a:xfrm>
            <a:off x="11306175" y="2095500"/>
            <a:ext cx="171450" cy="171450"/>
          </a:xfrm>
          <a:prstGeom prst="rect">
            <a:avLst/>
          </a:prstGeom>
        </p:spPr>
      </p:pic>
      <p:sp>
        <p:nvSpPr>
          <p:cNvPr id="39" name="TextBox 38"/>
          <p:cNvSpPr txBox="1"/>
          <p:nvPr/>
        </p:nvSpPr>
        <p:spPr>
          <a:xfrm>
            <a:off x="6400800" y="2676525"/>
            <a:ext cx="5314950" cy="161583"/>
          </a:xfrm>
          <a:prstGeom prst="rect">
            <a:avLst/>
          </a:prstGeom>
          <a:noFill/>
        </p:spPr>
        <p:txBody>
          <a:bodyPr wrap="square" lIns="0" tIns="0" rIns="0" bIns="0" anchor="t">
            <a:spAutoFit/>
          </a:bodyPr>
          <a:lstStyle/>
          <a:p>
            <a:pPr algn="l"/>
            <a:r>
              <a:rPr sz="1050" b="0" i="0" u="none" dirty="0">
                <a:solidFill>
                  <a:srgbClr val="2E5936"/>
                </a:solidFill>
                <a:latin typeface="IBM Plex Sans Arabic Medium" panose="020B0603050203000203" pitchFamily="34" charset="-78"/>
                <a:cs typeface="IBM Plex Sans Arabic Medium" panose="020B0603050203000203" pitchFamily="34" charset="-78"/>
              </a:rPr>
              <a:t>void </a:t>
            </a:r>
            <a:r>
              <a:rPr sz="1050" b="0" i="0" u="none" dirty="0" err="1">
                <a:solidFill>
                  <a:srgbClr val="2E5936"/>
                </a:solidFill>
                <a:latin typeface="IBM Plex Sans Arabic Medium" panose="020B0603050203000203" pitchFamily="34" charset="-78"/>
                <a:cs typeface="IBM Plex Sans Arabic Medium" panose="020B0603050203000203" pitchFamily="34" charset="-78"/>
              </a:rPr>
              <a:t>ENV_Init</a:t>
            </a:r>
            <a:r>
              <a:rPr sz="1050" b="0" i="0" u="none" dirty="0">
                <a:solidFill>
                  <a:srgbClr val="2E5936"/>
                </a:solidFill>
                <a:latin typeface="IBM Plex Sans Arabic Medium" panose="020B0603050203000203" pitchFamily="34" charset="-78"/>
                <a:cs typeface="IBM Plex Sans Arabic Medium" panose="020B0603050203000203" pitchFamily="34" charset="-78"/>
              </a:rPr>
              <a:t>(</a:t>
            </a:r>
            <a:r>
              <a:rPr sz="1050" b="0" i="0" u="none" dirty="0" err="1">
                <a:solidFill>
                  <a:srgbClr val="2E5936"/>
                </a:solidFill>
                <a:latin typeface="IBM Plex Sans Arabic Medium" panose="020B0603050203000203" pitchFamily="34" charset="-78"/>
                <a:cs typeface="IBM Plex Sans Arabic Medium" panose="020B0603050203000203" pitchFamily="34" charset="-78"/>
              </a:rPr>
              <a:t>ADC_HandleTypeDef</a:t>
            </a:r>
            <a:r>
              <a:rPr sz="1050" b="0" i="0" u="none" dirty="0">
                <a:solidFill>
                  <a:srgbClr val="2E5936"/>
                </a:solidFill>
                <a:latin typeface="IBM Plex Sans Arabic Medium" panose="020B0603050203000203" pitchFamily="34" charset="-78"/>
                <a:cs typeface="IBM Plex Sans Arabic Medium" panose="020B0603050203000203" pitchFamily="34" charset="-78"/>
              </a:rPr>
              <a:t>*, </a:t>
            </a:r>
            <a:r>
              <a:rPr sz="1050" b="0" i="0" u="none" dirty="0" err="1">
                <a:solidFill>
                  <a:srgbClr val="2E5936"/>
                </a:solidFill>
                <a:latin typeface="IBM Plex Sans Arabic Medium" panose="020B0603050203000203" pitchFamily="34" charset="-78"/>
                <a:cs typeface="IBM Plex Sans Arabic Medium" panose="020B0603050203000203" pitchFamily="34" charset="-78"/>
              </a:rPr>
              <a:t>UART_HandleTypeDef</a:t>
            </a:r>
            <a:r>
              <a:rPr sz="1050" b="0" i="0" u="none" dirty="0">
                <a:solidFill>
                  <a:srgbClr val="2E5936"/>
                </a:solidFill>
                <a:latin typeface="IBM Plex Sans Arabic Medium" panose="020B0603050203000203" pitchFamily="34" charset="-78"/>
                <a:cs typeface="IBM Plex Sans Arabic Medium" panose="020B0603050203000203" pitchFamily="34" charset="-78"/>
              </a:rPr>
              <a:t>*, </a:t>
            </a:r>
            <a:r>
              <a:rPr sz="1050" b="0" i="0" u="none" dirty="0" err="1">
                <a:solidFill>
                  <a:srgbClr val="2E5936"/>
                </a:solidFill>
                <a:latin typeface="IBM Plex Sans Arabic Medium" panose="020B0603050203000203" pitchFamily="34" charset="-78"/>
                <a:cs typeface="IBM Plex Sans Arabic Medium" panose="020B0603050203000203" pitchFamily="34" charset="-78"/>
              </a:rPr>
              <a:t>RTC_HandleTypeDef</a:t>
            </a:r>
            <a:r>
              <a:rPr sz="1050" b="0" i="0" u="none" dirty="0">
                <a:solidFill>
                  <a:srgbClr val="2E5936"/>
                </a:solidFill>
                <a:latin typeface="IBM Plex Sans Arabic Medium" panose="020B0603050203000203" pitchFamily="34" charset="-78"/>
                <a:cs typeface="IBM Plex Sans Arabic Medium" panose="020B0603050203000203" pitchFamily="34" charset="-78"/>
              </a:rPr>
              <a:t>*)</a:t>
            </a:r>
          </a:p>
        </p:txBody>
      </p:sp>
      <p:sp>
        <p:nvSpPr>
          <p:cNvPr id="40" name="TextBox 39"/>
          <p:cNvSpPr txBox="1"/>
          <p:nvPr/>
        </p:nvSpPr>
        <p:spPr>
          <a:xfrm>
            <a:off x="6400799" y="2892404"/>
            <a:ext cx="5076825" cy="173830"/>
          </a:xfrm>
          <a:prstGeom prst="rect">
            <a:avLst/>
          </a:prstGeom>
          <a:noFill/>
        </p:spPr>
        <p:txBody>
          <a:bodyPr wrap="square" lIns="0" tIns="0" rIns="0" bIns="0" anchor="t">
            <a:spAutoFit/>
          </a:bodyPr>
          <a:lstStyle/>
          <a:p>
            <a:pPr algn="r" rtl="1">
              <a:lnSpc>
                <a:spcPts val="1518"/>
              </a:lnSpc>
            </a:pPr>
            <a:r>
              <a:rPr sz="1012" b="0" i="0" u="none" dirty="0" err="1">
                <a:solidFill>
                  <a:srgbClr val="3A523E"/>
                </a:solidFill>
                <a:latin typeface="IBM Plex Sans Arabic Medium" panose="020B0603050203000203" pitchFamily="34" charset="-78"/>
                <a:cs typeface="IBM Plex Sans Arabic Medium" panose="020B0603050203000203" pitchFamily="34" charset="-78"/>
              </a:rPr>
              <a:t>مقدار</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دهی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اولیه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ماژول</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تنظیم</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اشاره</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گر</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های</a:t>
            </a:r>
            <a:r>
              <a:rPr sz="1012" b="0" i="0" u="none" dirty="0">
                <a:solidFill>
                  <a:srgbClr val="3A523E"/>
                </a:solidFill>
                <a:latin typeface="IBM Plex Sans Arabic Medium" panose="020B0603050203000203" pitchFamily="34" charset="-78"/>
                <a:cs typeface="IBM Plex Sans Arabic Medium" panose="020B0603050203000203" pitchFamily="34" charset="-78"/>
              </a:rPr>
              <a:t> HAL،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راه</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اندازی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سنسور</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ها</a:t>
            </a:r>
            <a:r>
              <a:rPr sz="1012" b="0" i="0" u="none" dirty="0">
                <a:solidFill>
                  <a:srgbClr val="3A523E"/>
                </a:solidFill>
                <a:latin typeface="IBM Plex Sans Arabic Medium" panose="020B0603050203000203" pitchFamily="34" charset="-78"/>
                <a:cs typeface="IBM Plex Sans Arabic Medium" panose="020B0603050203000203" pitchFamily="34" charset="-78"/>
              </a:rPr>
              <a:t> و LCD</a:t>
            </a:r>
          </a:p>
        </p:txBody>
      </p:sp>
      <p:sp>
        <p:nvSpPr>
          <p:cNvPr id="41" name="TextBox 40"/>
          <p:cNvSpPr txBox="1"/>
          <p:nvPr/>
        </p:nvSpPr>
        <p:spPr>
          <a:xfrm>
            <a:off x="6385084" y="3456681"/>
            <a:ext cx="5330666" cy="161583"/>
          </a:xfrm>
          <a:prstGeom prst="rect">
            <a:avLst/>
          </a:prstGeom>
          <a:noFill/>
        </p:spPr>
        <p:txBody>
          <a:bodyPr wrap="square" lIns="0" tIns="0" rIns="0" bIns="0" anchor="t">
            <a:spAutoFit/>
          </a:bodyPr>
          <a:lstStyle/>
          <a:p>
            <a:pPr algn="l"/>
            <a:r>
              <a:rPr sz="1050" b="0" i="0" u="none">
                <a:solidFill>
                  <a:srgbClr val="2E5936"/>
                </a:solidFill>
                <a:latin typeface="IBM Plex Sans Arabic Medium" panose="020B0603050203000203" pitchFamily="34" charset="-78"/>
                <a:cs typeface="IBM Plex Sans Arabic Medium" panose="020B0603050203000203" pitchFamily="34" charset="-78"/>
              </a:rPr>
              <a:t>void ENV_Task(void)</a:t>
            </a:r>
          </a:p>
        </p:txBody>
      </p:sp>
      <p:sp>
        <p:nvSpPr>
          <p:cNvPr id="42" name="TextBox 41"/>
          <p:cNvSpPr txBox="1"/>
          <p:nvPr/>
        </p:nvSpPr>
        <p:spPr>
          <a:xfrm>
            <a:off x="6385084" y="3675756"/>
            <a:ext cx="5076825" cy="173830"/>
          </a:xfrm>
          <a:prstGeom prst="rect">
            <a:avLst/>
          </a:prstGeom>
          <a:noFill/>
        </p:spPr>
        <p:txBody>
          <a:bodyPr wrap="square" lIns="0" tIns="0" rIns="0" bIns="0" anchor="t">
            <a:spAutoFit/>
          </a:bodyPr>
          <a:lstStyle/>
          <a:p>
            <a:pPr algn="r" rtl="1">
              <a:lnSpc>
                <a:spcPts val="1518"/>
              </a:lnSpc>
            </a:pPr>
            <a:r>
              <a:rPr sz="1012" b="0" i="0" u="none" dirty="0" err="1">
                <a:solidFill>
                  <a:srgbClr val="3A523E"/>
                </a:solidFill>
                <a:latin typeface="IBM Plex Sans Arabic Medium" panose="020B0603050203000203" pitchFamily="34" charset="-78"/>
                <a:cs typeface="IBM Plex Sans Arabic Medium" panose="020B0603050203000203" pitchFamily="34" charset="-78"/>
              </a:rPr>
              <a:t>حلقه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پردازش</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اصلی</a:t>
            </a:r>
            <a:r>
              <a:rPr lang="en-US" sz="1012" b="0" i="0" u="none" dirty="0">
                <a:solidFill>
                  <a:srgbClr val="3A523E"/>
                </a:solidFill>
                <a:latin typeface="IBM Plex Sans Arabic Medium" panose="020B0603050203000203" pitchFamily="34" charset="-78"/>
                <a:cs typeface="IBM Plex Sans Arabic Medium" panose="020B0603050203000203" pitchFamily="34" charset="-78"/>
              </a:rPr>
              <a:t>:</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فراخوانی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فیلتر</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کنترل</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اقلیم</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مدیریت</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حریق</a:t>
            </a:r>
            <a:r>
              <a:rPr sz="1012" b="0" i="0" u="none" dirty="0">
                <a:solidFill>
                  <a:srgbClr val="3A523E"/>
                </a:solidFill>
                <a:latin typeface="IBM Plex Sans Arabic Medium" panose="020B0603050203000203" pitchFamily="34" charset="-78"/>
                <a:cs typeface="IBM Plex Sans Arabic Medium" panose="020B0603050203000203" pitchFamily="34" charset="-78"/>
              </a:rPr>
              <a:t> و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بروزرسانی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نمایشگر</a:t>
            </a:r>
            <a:r>
              <a:rPr sz="1012" b="0" i="0" u="none" dirty="0">
                <a:solidFill>
                  <a:srgbClr val="3A523E"/>
                </a:solidFill>
                <a:latin typeface="IBM Plex Sans Arabic Medium" panose="020B0603050203000203" pitchFamily="34" charset="-78"/>
                <a:cs typeface="IBM Plex Sans Arabic Medium" panose="020B0603050203000203" pitchFamily="34" charset="-78"/>
              </a:rPr>
              <a:t>.</a:t>
            </a:r>
          </a:p>
        </p:txBody>
      </p:sp>
      <p:sp>
        <p:nvSpPr>
          <p:cNvPr id="43" name="TextBox 42"/>
          <p:cNvSpPr txBox="1"/>
          <p:nvPr/>
        </p:nvSpPr>
        <p:spPr>
          <a:xfrm>
            <a:off x="6391275" y="4230650"/>
            <a:ext cx="5330666" cy="161583"/>
          </a:xfrm>
          <a:prstGeom prst="rect">
            <a:avLst/>
          </a:prstGeom>
          <a:noFill/>
        </p:spPr>
        <p:txBody>
          <a:bodyPr wrap="square" lIns="0" tIns="0" rIns="0" bIns="0" anchor="t">
            <a:spAutoFit/>
          </a:bodyPr>
          <a:lstStyle/>
          <a:p>
            <a:pPr algn="l"/>
            <a:r>
              <a:rPr sz="1050" b="0" i="0" u="none">
                <a:solidFill>
                  <a:srgbClr val="2E5936"/>
                </a:solidFill>
                <a:latin typeface="IBM Plex Sans Arabic Medium" panose="020B0603050203000203" pitchFamily="34" charset="-78"/>
                <a:cs typeface="IBM Plex Sans Arabic Medium" panose="020B0603050203000203" pitchFamily="34" charset="-78"/>
              </a:rPr>
              <a:t>float ENV_ProcessADC_Filter(void)</a:t>
            </a:r>
          </a:p>
        </p:txBody>
      </p:sp>
      <p:sp>
        <p:nvSpPr>
          <p:cNvPr id="44" name="TextBox 43"/>
          <p:cNvSpPr txBox="1"/>
          <p:nvPr/>
        </p:nvSpPr>
        <p:spPr>
          <a:xfrm>
            <a:off x="6391275" y="4449725"/>
            <a:ext cx="5076825" cy="173830"/>
          </a:xfrm>
          <a:prstGeom prst="rect">
            <a:avLst/>
          </a:prstGeom>
          <a:noFill/>
        </p:spPr>
        <p:txBody>
          <a:bodyPr wrap="square" lIns="0" tIns="0" rIns="0" bIns="0" anchor="t">
            <a:spAutoFit/>
          </a:bodyPr>
          <a:lstStyle/>
          <a:p>
            <a:pPr algn="r" rtl="1">
              <a:lnSpc>
                <a:spcPts val="1518"/>
              </a:lnSpc>
            </a:pPr>
            <a:r>
              <a:rPr sz="1012" b="0" i="0" u="none" dirty="0" err="1">
                <a:solidFill>
                  <a:srgbClr val="3A523E"/>
                </a:solidFill>
                <a:latin typeface="IBM Plex Sans Arabic Medium" panose="020B0603050203000203" pitchFamily="34" charset="-78"/>
                <a:cs typeface="IBM Plex Sans Arabic Medium" panose="020B0603050203000203" pitchFamily="34" charset="-78"/>
              </a:rPr>
              <a:t>نمونه</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برداری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آنالوگ</a:t>
            </a:r>
            <a:r>
              <a:rPr sz="1012" b="0" i="0" u="none" dirty="0">
                <a:solidFill>
                  <a:srgbClr val="3A523E"/>
                </a:solidFill>
                <a:latin typeface="IBM Plex Sans Arabic Medium" panose="020B0603050203000203" pitchFamily="34" charset="-78"/>
                <a:cs typeface="IBM Plex Sans Arabic Medium" panose="020B0603050203000203" pitchFamily="34" charset="-78"/>
              </a:rPr>
              <a:t> LM35</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a:solidFill>
                  <a:srgbClr val="3A523E"/>
                </a:solidFill>
                <a:latin typeface="IBM Plex Sans Arabic Medium" panose="020B0603050203000203" pitchFamily="34" charset="-78"/>
                <a:cs typeface="IBM Plex Sans Arabic Medium" panose="020B0603050203000203" pitchFamily="34" charset="-78"/>
              </a:rPr>
              <a:t> و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محاسبه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میانگین</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متحرک</a:t>
            </a:r>
            <a:r>
              <a:rPr sz="1012" b="0" i="0" u="none" dirty="0">
                <a:solidFill>
                  <a:srgbClr val="3A523E"/>
                </a:solidFill>
                <a:latin typeface="IBM Plex Sans Arabic Medium" panose="020B0603050203000203" pitchFamily="34" charset="-78"/>
                <a:cs typeface="IBM Plex Sans Arabic Medium" panose="020B0603050203000203" pitchFamily="34" charset="-78"/>
              </a:rPr>
              <a:t> (Moving Average)</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برای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حذف</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نویز</a:t>
            </a:r>
            <a:r>
              <a:rPr sz="1012" b="0" i="0" u="none" dirty="0">
                <a:solidFill>
                  <a:srgbClr val="3A523E"/>
                </a:solidFill>
                <a:latin typeface="IBM Plex Sans Arabic Medium" panose="020B0603050203000203" pitchFamily="34" charset="-78"/>
                <a:cs typeface="IBM Plex Sans Arabic Medium" panose="020B0603050203000203" pitchFamily="34" charset="-78"/>
              </a:rPr>
              <a:t>.</a:t>
            </a:r>
          </a:p>
        </p:txBody>
      </p:sp>
      <p:sp>
        <p:nvSpPr>
          <p:cNvPr id="45" name="TextBox 44"/>
          <p:cNvSpPr txBox="1"/>
          <p:nvPr/>
        </p:nvSpPr>
        <p:spPr>
          <a:xfrm>
            <a:off x="6385084" y="4996088"/>
            <a:ext cx="5330666" cy="161583"/>
          </a:xfrm>
          <a:prstGeom prst="rect">
            <a:avLst/>
          </a:prstGeom>
          <a:noFill/>
        </p:spPr>
        <p:txBody>
          <a:bodyPr wrap="square" lIns="0" tIns="0" rIns="0" bIns="0" anchor="t">
            <a:spAutoFit/>
          </a:bodyPr>
          <a:lstStyle/>
          <a:p>
            <a:pPr algn="l"/>
            <a:r>
              <a:rPr sz="1050" b="0" i="0" u="none" dirty="0">
                <a:solidFill>
                  <a:srgbClr val="2E5936"/>
                </a:solidFill>
                <a:latin typeface="IBM Plex Sans Arabic Medium" panose="020B0603050203000203" pitchFamily="34" charset="-78"/>
                <a:cs typeface="IBM Plex Sans Arabic Medium" panose="020B0603050203000203" pitchFamily="34" charset="-78"/>
              </a:rPr>
              <a:t>void </a:t>
            </a:r>
            <a:r>
              <a:rPr sz="1050" b="0" i="0" u="none" dirty="0" err="1">
                <a:solidFill>
                  <a:srgbClr val="2E5936"/>
                </a:solidFill>
                <a:latin typeface="IBM Plex Sans Arabic Medium" panose="020B0603050203000203" pitchFamily="34" charset="-78"/>
                <a:cs typeface="IBM Plex Sans Arabic Medium" panose="020B0603050203000203" pitchFamily="34" charset="-78"/>
              </a:rPr>
              <a:t>ENV_SendTelemetry</a:t>
            </a:r>
            <a:r>
              <a:rPr sz="1050" b="0" i="0" u="none" dirty="0">
                <a:solidFill>
                  <a:srgbClr val="2E5936"/>
                </a:solidFill>
                <a:latin typeface="IBM Plex Sans Arabic Medium" panose="020B0603050203000203" pitchFamily="34" charset="-78"/>
                <a:cs typeface="IBM Plex Sans Arabic Medium" panose="020B0603050203000203" pitchFamily="34" charset="-78"/>
              </a:rPr>
              <a:t>(void)</a:t>
            </a:r>
          </a:p>
        </p:txBody>
      </p:sp>
      <p:sp>
        <p:nvSpPr>
          <p:cNvPr id="46" name="TextBox 45"/>
          <p:cNvSpPr txBox="1"/>
          <p:nvPr/>
        </p:nvSpPr>
        <p:spPr>
          <a:xfrm>
            <a:off x="6385084" y="5215163"/>
            <a:ext cx="5076825" cy="173830"/>
          </a:xfrm>
          <a:prstGeom prst="rect">
            <a:avLst/>
          </a:prstGeom>
          <a:noFill/>
        </p:spPr>
        <p:txBody>
          <a:bodyPr wrap="square" lIns="0" tIns="0" rIns="0" bIns="0" anchor="t">
            <a:spAutoFit/>
          </a:bodyPr>
          <a:lstStyle/>
          <a:p>
            <a:pPr algn="r" rtl="1">
              <a:lnSpc>
                <a:spcPts val="1518"/>
              </a:lnSpc>
            </a:pPr>
            <a:r>
              <a:rPr sz="1012" b="0" i="0" u="none" dirty="0" err="1">
                <a:solidFill>
                  <a:srgbClr val="3A523E"/>
                </a:solidFill>
                <a:latin typeface="IBM Plex Sans Arabic Medium" panose="020B0603050203000203" pitchFamily="34" charset="-78"/>
                <a:cs typeface="IBM Plex Sans Arabic Medium" panose="020B0603050203000203" pitchFamily="34" charset="-78"/>
              </a:rPr>
              <a:t>قالب</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بندی</a:t>
            </a:r>
            <a:r>
              <a:rPr sz="1012" b="0" i="0" u="none" dirty="0">
                <a:solidFill>
                  <a:srgbClr val="3A523E"/>
                </a:solidFill>
                <a:latin typeface="IBM Plex Sans Arabic Medium" panose="020B0603050203000203" pitchFamily="34" charset="-78"/>
                <a:cs typeface="IBM Plex Sans Arabic Medium" panose="020B0603050203000203" pitchFamily="34" charset="-78"/>
              </a:rPr>
              <a:t> و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ارسال</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بسته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تله‌متری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دما</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زمان</a:t>
            </a:r>
            <a:r>
              <a:rPr sz="1012" b="0" i="0" u="none" dirty="0">
                <a:solidFill>
                  <a:srgbClr val="3A523E"/>
                </a:solidFill>
                <a:latin typeface="IBM Plex Sans Arabic Medium" panose="020B0603050203000203" pitchFamily="34" charset="-78"/>
                <a:cs typeface="IBM Plex Sans Arabic Medium" panose="020B0603050203000203" pitchFamily="34" charset="-78"/>
              </a:rPr>
              <a:t> RTC،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وضعیت</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سیستم</a:t>
            </a:r>
            <a:r>
              <a:rPr lang="fa-IR" sz="1012"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از</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طریق</a:t>
            </a:r>
            <a:r>
              <a:rPr sz="1012" b="0" i="0" u="none" dirty="0">
                <a:solidFill>
                  <a:srgbClr val="3A523E"/>
                </a:solidFill>
                <a:latin typeface="IBM Plex Sans Arabic Medium" panose="020B0603050203000203" pitchFamily="34" charset="-78"/>
                <a:cs typeface="IBM Plex Sans Arabic Medium" panose="020B0603050203000203" pitchFamily="34" charset="-78"/>
              </a:rPr>
              <a:t> UART</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a:t>
            </a:r>
            <a:endParaRPr sz="1012" b="0" i="0" u="none" dirty="0">
              <a:solidFill>
                <a:srgbClr val="3A523E"/>
              </a:solidFill>
              <a:latin typeface="IBM Plex Sans Arabic Medium" panose="020B0603050203000203" pitchFamily="34" charset="-78"/>
              <a:cs typeface="IBM Plex Sans Arabic Medium" panose="020B0603050203000203" pitchFamily="34" charset="-78"/>
            </a:endParaRPr>
          </a:p>
        </p:txBody>
      </p:sp>
      <p:pic>
        <p:nvPicPr>
          <p:cNvPr id="47" name="Picture 46" descr="image.png"/>
          <p:cNvPicPr>
            <a:picLocks noChangeAspect="1"/>
          </p:cNvPicPr>
          <p:nvPr/>
        </p:nvPicPr>
        <p:blipFill>
          <a:blip r:embed="rId8"/>
          <a:stretch>
            <a:fillRect/>
          </a:stretch>
        </p:blipFill>
        <p:spPr>
          <a:xfrm>
            <a:off x="5572125" y="2095500"/>
            <a:ext cx="190500" cy="171450"/>
          </a:xfrm>
          <a:prstGeom prst="rect">
            <a:avLst/>
          </a:prstGeom>
        </p:spPr>
      </p:pic>
      <p:sp>
        <p:nvSpPr>
          <p:cNvPr id="49" name="TextBox 48"/>
          <p:cNvSpPr txBox="1"/>
          <p:nvPr/>
        </p:nvSpPr>
        <p:spPr>
          <a:xfrm>
            <a:off x="685800" y="2676525"/>
            <a:ext cx="5330666" cy="161583"/>
          </a:xfrm>
          <a:prstGeom prst="rect">
            <a:avLst/>
          </a:prstGeom>
          <a:noFill/>
        </p:spPr>
        <p:txBody>
          <a:bodyPr wrap="square" lIns="0" tIns="0" rIns="0" bIns="0" anchor="t">
            <a:spAutoFit/>
          </a:bodyPr>
          <a:lstStyle/>
          <a:p>
            <a:pPr algn="l"/>
            <a:r>
              <a:rPr sz="1050" b="0" i="0" u="none">
                <a:solidFill>
                  <a:srgbClr val="2E5936"/>
                </a:solidFill>
                <a:latin typeface="IBM Plex Sans Arabic Medium" panose="020B0603050203000203" pitchFamily="34" charset="-78"/>
                <a:cs typeface="IBM Plex Sans Arabic Medium" panose="020B0603050203000203" pitchFamily="34" charset="-78"/>
              </a:rPr>
              <a:t>void SEC_Init(UART_HandleTypeDef*, LCD_HandleTypeDef*)</a:t>
            </a:r>
          </a:p>
        </p:txBody>
      </p:sp>
      <p:sp>
        <p:nvSpPr>
          <p:cNvPr id="50" name="TextBox 49"/>
          <p:cNvSpPr txBox="1"/>
          <p:nvPr/>
        </p:nvSpPr>
        <p:spPr>
          <a:xfrm>
            <a:off x="685800" y="2895600"/>
            <a:ext cx="5076825" cy="183255"/>
          </a:xfrm>
          <a:prstGeom prst="rect">
            <a:avLst/>
          </a:prstGeom>
          <a:noFill/>
        </p:spPr>
        <p:txBody>
          <a:bodyPr wrap="square" lIns="0" tIns="0" rIns="0" bIns="0" anchor="t">
            <a:spAutoFit/>
          </a:bodyPr>
          <a:lstStyle/>
          <a:p>
            <a:pPr algn="r" rtl="1">
              <a:lnSpc>
                <a:spcPts val="1518"/>
              </a:lnSpc>
            </a:pPr>
            <a:r>
              <a:rPr sz="1012" b="0" i="0" u="none" dirty="0" err="1">
                <a:solidFill>
                  <a:srgbClr val="3A523E"/>
                </a:solidFill>
                <a:latin typeface="IBM Plex Sans Arabic Medium" panose="020B0603050203000203" pitchFamily="34" charset="-78"/>
                <a:cs typeface="IBM Plex Sans Arabic Medium" panose="020B0603050203000203" pitchFamily="34" charset="-78"/>
              </a:rPr>
              <a:t>راه‌اندازی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ماژول</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برد</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ثانویه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تنظیم</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وقفه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دریافت</a:t>
            </a:r>
            <a:r>
              <a:rPr sz="1012" b="0" i="0" u="none" dirty="0">
                <a:solidFill>
                  <a:srgbClr val="3A523E"/>
                </a:solidFill>
                <a:latin typeface="IBM Plex Sans Arabic Medium" panose="020B0603050203000203" pitchFamily="34" charset="-78"/>
                <a:cs typeface="IBM Plex Sans Arabic Medium" panose="020B0603050203000203" pitchFamily="34" charset="-78"/>
              </a:rPr>
              <a:t> UART و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آماده‌سازی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صفحه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مانیتورینگ</a:t>
            </a:r>
            <a:r>
              <a:rPr sz="1012" b="0" i="0" u="none" dirty="0">
                <a:solidFill>
                  <a:srgbClr val="3A523E"/>
                </a:solidFill>
                <a:latin typeface="IBM Plex Sans Arabic Medium" panose="020B0603050203000203" pitchFamily="34" charset="-78"/>
                <a:cs typeface="IBM Plex Sans Arabic Medium" panose="020B0603050203000203" pitchFamily="34" charset="-78"/>
              </a:rPr>
              <a:t>.</a:t>
            </a:r>
          </a:p>
        </p:txBody>
      </p:sp>
      <p:sp>
        <p:nvSpPr>
          <p:cNvPr id="51" name="TextBox 50"/>
          <p:cNvSpPr txBox="1"/>
          <p:nvPr/>
        </p:nvSpPr>
        <p:spPr>
          <a:xfrm>
            <a:off x="685800" y="3450431"/>
            <a:ext cx="5330666" cy="161583"/>
          </a:xfrm>
          <a:prstGeom prst="rect">
            <a:avLst/>
          </a:prstGeom>
          <a:noFill/>
        </p:spPr>
        <p:txBody>
          <a:bodyPr wrap="square" lIns="0" tIns="0" rIns="0" bIns="0" anchor="t">
            <a:spAutoFit/>
          </a:bodyPr>
          <a:lstStyle/>
          <a:p>
            <a:pPr algn="l"/>
            <a:r>
              <a:rPr sz="1050" b="0" i="0" u="none">
                <a:solidFill>
                  <a:srgbClr val="2E5936"/>
                </a:solidFill>
                <a:latin typeface="IBM Plex Sans Arabic Medium" panose="020B0603050203000203" pitchFamily="34" charset="-78"/>
                <a:cs typeface="IBM Plex Sans Arabic Medium" panose="020B0603050203000203" pitchFamily="34" charset="-78"/>
              </a:rPr>
              <a:t>void SEC_UART_RxCpltCallback(UART_HandleTypeDef *huart)</a:t>
            </a:r>
          </a:p>
        </p:txBody>
      </p:sp>
      <p:sp>
        <p:nvSpPr>
          <p:cNvPr id="52" name="TextBox 51"/>
          <p:cNvSpPr txBox="1"/>
          <p:nvPr/>
        </p:nvSpPr>
        <p:spPr>
          <a:xfrm>
            <a:off x="685800" y="3669506"/>
            <a:ext cx="5076825" cy="183255"/>
          </a:xfrm>
          <a:prstGeom prst="rect">
            <a:avLst/>
          </a:prstGeom>
          <a:noFill/>
        </p:spPr>
        <p:txBody>
          <a:bodyPr wrap="square" lIns="0" tIns="0" rIns="0" bIns="0" anchor="t">
            <a:spAutoFit/>
          </a:bodyPr>
          <a:lstStyle/>
          <a:p>
            <a:pPr algn="r" rtl="1">
              <a:lnSpc>
                <a:spcPts val="1518"/>
              </a:lnSpc>
            </a:pPr>
            <a:r>
              <a:rPr sz="1012" b="0" i="0" u="none" dirty="0" err="1">
                <a:solidFill>
                  <a:srgbClr val="3A523E"/>
                </a:solidFill>
                <a:latin typeface="IBM Plex Sans Arabic Medium" panose="020B0603050203000203" pitchFamily="34" charset="-78"/>
                <a:cs typeface="IBM Plex Sans Arabic Medium" panose="020B0603050203000203" pitchFamily="34" charset="-78"/>
              </a:rPr>
              <a:t>دریافت</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غیربلاک‌کننده</a:t>
            </a:r>
            <a:r>
              <a:rPr sz="1012" b="0" i="0" u="none" dirty="0">
                <a:solidFill>
                  <a:srgbClr val="3A523E"/>
                </a:solidFill>
                <a:latin typeface="IBM Plex Sans Arabic Medium" panose="020B0603050203000203" pitchFamily="34" charset="-78"/>
                <a:cs typeface="IBM Plex Sans Arabic Medium" panose="020B0603050203000203" pitchFamily="34" charset="-78"/>
              </a:rPr>
              <a:t> (Interrupt)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داده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تله‌متری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بررسی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صحت</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بسته</a:t>
            </a:r>
            <a:r>
              <a:rPr sz="1012" b="0" i="0" u="none" dirty="0">
                <a:solidFill>
                  <a:srgbClr val="3A523E"/>
                </a:solidFill>
                <a:latin typeface="IBM Plex Sans Arabic Medium" panose="020B0603050203000203" pitchFamily="34" charset="-78"/>
                <a:cs typeface="IBM Plex Sans Arabic Medium" panose="020B0603050203000203" pitchFamily="34" charset="-78"/>
              </a:rPr>
              <a:t> و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ذخیره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در</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بافر</a:t>
            </a:r>
            <a:r>
              <a:rPr sz="1012" b="0" i="0" u="none" dirty="0">
                <a:solidFill>
                  <a:srgbClr val="3A523E"/>
                </a:solidFill>
                <a:latin typeface="IBM Plex Sans Arabic Medium" panose="020B0603050203000203" pitchFamily="34" charset="-78"/>
                <a:cs typeface="IBM Plex Sans Arabic Medium" panose="020B0603050203000203" pitchFamily="34" charset="-78"/>
              </a:rPr>
              <a:t>.</a:t>
            </a:r>
          </a:p>
        </p:txBody>
      </p:sp>
      <p:sp>
        <p:nvSpPr>
          <p:cNvPr id="53" name="TextBox 52"/>
          <p:cNvSpPr txBox="1"/>
          <p:nvPr/>
        </p:nvSpPr>
        <p:spPr>
          <a:xfrm>
            <a:off x="685800" y="4224337"/>
            <a:ext cx="5330666" cy="161583"/>
          </a:xfrm>
          <a:prstGeom prst="rect">
            <a:avLst/>
          </a:prstGeom>
          <a:noFill/>
        </p:spPr>
        <p:txBody>
          <a:bodyPr wrap="square" lIns="0" tIns="0" rIns="0" bIns="0" anchor="t">
            <a:spAutoFit/>
          </a:bodyPr>
          <a:lstStyle/>
          <a:p>
            <a:pPr algn="l"/>
            <a:r>
              <a:rPr sz="1050" b="0" i="0" u="none">
                <a:solidFill>
                  <a:srgbClr val="2E5936"/>
                </a:solidFill>
                <a:latin typeface="IBM Plex Sans Arabic Medium" panose="020B0603050203000203" pitchFamily="34" charset="-78"/>
                <a:cs typeface="IBM Plex Sans Arabic Medium" panose="020B0603050203000203" pitchFamily="34" charset="-78"/>
              </a:rPr>
              <a:t>void SEC_ParseTelemetry(uint8_t *rx_buffer)</a:t>
            </a:r>
          </a:p>
        </p:txBody>
      </p:sp>
      <p:sp>
        <p:nvSpPr>
          <p:cNvPr id="54" name="TextBox 53"/>
          <p:cNvSpPr txBox="1"/>
          <p:nvPr/>
        </p:nvSpPr>
        <p:spPr>
          <a:xfrm>
            <a:off x="685800" y="4443412"/>
            <a:ext cx="5076825" cy="183255"/>
          </a:xfrm>
          <a:prstGeom prst="rect">
            <a:avLst/>
          </a:prstGeom>
          <a:noFill/>
        </p:spPr>
        <p:txBody>
          <a:bodyPr wrap="square" lIns="0" tIns="0" rIns="0" bIns="0" anchor="t">
            <a:spAutoFit/>
          </a:bodyPr>
          <a:lstStyle/>
          <a:p>
            <a:pPr algn="r" rtl="1">
              <a:lnSpc>
                <a:spcPts val="1518"/>
              </a:lnSpc>
            </a:pPr>
            <a:r>
              <a:rPr sz="1012" b="0" i="0" u="none" dirty="0" err="1">
                <a:solidFill>
                  <a:srgbClr val="3A523E"/>
                </a:solidFill>
                <a:latin typeface="IBM Plex Sans Arabic Medium" panose="020B0603050203000203" pitchFamily="34" charset="-78"/>
                <a:cs typeface="IBM Plex Sans Arabic Medium" panose="020B0603050203000203" pitchFamily="34" charset="-78"/>
              </a:rPr>
              <a:t>تجزیه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بسته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داده</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دریافتی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استخراج</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دما</a:t>
            </a:r>
            <a:r>
              <a:rPr sz="1012" b="0" i="0" u="none" dirty="0">
                <a:solidFill>
                  <a:srgbClr val="3A523E"/>
                </a:solidFill>
                <a:latin typeface="IBM Plex Sans Arabic Medium" panose="020B0603050203000203" pitchFamily="34" charset="-78"/>
                <a:cs typeface="IBM Plex Sans Arabic Medium" panose="020B0603050203000203" pitchFamily="34" charset="-78"/>
              </a:rPr>
              <a:t> و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وضعیت</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ایمنی</a:t>
            </a:r>
            <a:r>
              <a:rPr sz="1012" b="0" i="0" u="none" dirty="0">
                <a:solidFill>
                  <a:srgbClr val="3A523E"/>
                </a:solidFill>
                <a:latin typeface="IBM Plex Sans Arabic Medium" panose="020B0603050203000203" pitchFamily="34" charset="-78"/>
                <a:cs typeface="IBM Plex Sans Arabic Medium" panose="020B0603050203000203" pitchFamily="34" charset="-78"/>
              </a:rPr>
              <a:t> و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استخراج</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آلارم‌ها</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جهت</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نمایش</a:t>
            </a:r>
            <a:r>
              <a:rPr sz="1012" b="0" i="0" u="none" dirty="0">
                <a:solidFill>
                  <a:srgbClr val="3A523E"/>
                </a:solidFill>
                <a:latin typeface="IBM Plex Sans Arabic Medium" panose="020B0603050203000203" pitchFamily="34" charset="-78"/>
                <a:cs typeface="IBM Plex Sans Arabic Medium" panose="020B0603050203000203" pitchFamily="34" charset="-78"/>
              </a:rPr>
              <a:t>.</a:t>
            </a:r>
          </a:p>
        </p:txBody>
      </p:sp>
      <p:sp>
        <p:nvSpPr>
          <p:cNvPr id="55" name="TextBox 54"/>
          <p:cNvSpPr txBox="1"/>
          <p:nvPr/>
        </p:nvSpPr>
        <p:spPr>
          <a:xfrm>
            <a:off x="685800" y="4998243"/>
            <a:ext cx="5330666" cy="161583"/>
          </a:xfrm>
          <a:prstGeom prst="rect">
            <a:avLst/>
          </a:prstGeom>
          <a:noFill/>
        </p:spPr>
        <p:txBody>
          <a:bodyPr wrap="square" lIns="0" tIns="0" rIns="0" bIns="0" anchor="t">
            <a:spAutoFit/>
          </a:bodyPr>
          <a:lstStyle/>
          <a:p>
            <a:pPr algn="l"/>
            <a:r>
              <a:rPr sz="1050" b="0" i="0" u="none">
                <a:solidFill>
                  <a:srgbClr val="2E5936"/>
                </a:solidFill>
                <a:latin typeface="IBM Plex Sans Arabic Medium" panose="020B0603050203000203" pitchFamily="34" charset="-78"/>
                <a:cs typeface="IBM Plex Sans Arabic Medium" panose="020B0603050203000203" pitchFamily="34" charset="-78"/>
              </a:rPr>
              <a:t>void SEC_SendConfigCommand(uint8_t cmd_id, float param)</a:t>
            </a:r>
          </a:p>
        </p:txBody>
      </p:sp>
      <p:sp>
        <p:nvSpPr>
          <p:cNvPr id="56" name="TextBox 55"/>
          <p:cNvSpPr txBox="1"/>
          <p:nvPr/>
        </p:nvSpPr>
        <p:spPr>
          <a:xfrm>
            <a:off x="685800" y="5217318"/>
            <a:ext cx="5076825" cy="183255"/>
          </a:xfrm>
          <a:prstGeom prst="rect">
            <a:avLst/>
          </a:prstGeom>
          <a:noFill/>
        </p:spPr>
        <p:txBody>
          <a:bodyPr wrap="square" lIns="0" tIns="0" rIns="0" bIns="0" anchor="t">
            <a:spAutoFit/>
          </a:bodyPr>
          <a:lstStyle/>
          <a:p>
            <a:pPr algn="r" rtl="1">
              <a:lnSpc>
                <a:spcPts val="1518"/>
              </a:lnSpc>
            </a:pPr>
            <a:r>
              <a:rPr sz="1012" b="0" i="0" u="none" dirty="0" err="1">
                <a:solidFill>
                  <a:srgbClr val="3A523E"/>
                </a:solidFill>
                <a:latin typeface="IBM Plex Sans Arabic Medium" panose="020B0603050203000203" pitchFamily="34" charset="-78"/>
                <a:cs typeface="IBM Plex Sans Arabic Medium" panose="020B0603050203000203" pitchFamily="34" charset="-78"/>
              </a:rPr>
              <a:t>ارسال</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دستورات</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تنظیم</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مجدد</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مانند</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تغییر</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دمای</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هدف</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یا</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حد</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مجاز</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حریق</a:t>
            </a:r>
            <a:r>
              <a:rPr lang="fa-IR" sz="1012" dirty="0">
                <a:solidFill>
                  <a:srgbClr val="3A523E"/>
                </a:solidFill>
                <a:latin typeface="IBM Plex Sans Arabic Medium" panose="020B0603050203000203" pitchFamily="34" charset="-78"/>
                <a:cs typeface="IBM Plex Sans Arabic Medium" panose="020B0603050203000203" pitchFamily="34" charset="-78"/>
              </a:rPr>
              <a:t> </a:t>
            </a:r>
            <a:r>
              <a:rPr lang="fa-IR" sz="1012" b="0" i="0" u="none" dirty="0">
                <a:solidFill>
                  <a:srgbClr val="3A523E"/>
                </a:solidFill>
                <a:latin typeface="IBM Plex Sans Arabic Medium" panose="020B0603050203000203" pitchFamily="34" charset="-78"/>
                <a:cs typeface="IBM Plex Sans Arabic Medium" panose="020B0603050203000203" pitchFamily="34" charset="-78"/>
              </a:rPr>
              <a:t>ب</a:t>
            </a:r>
            <a:r>
              <a:rPr sz="1012" b="0" i="0" u="none" dirty="0">
                <a:solidFill>
                  <a:srgbClr val="3A523E"/>
                </a:solidFill>
                <a:latin typeface="IBM Plex Sans Arabic Medium" panose="020B0603050203000203" pitchFamily="34" charset="-78"/>
                <a:cs typeface="IBM Plex Sans Arabic Medium" panose="020B0603050203000203" pitchFamily="34" charset="-78"/>
              </a:rPr>
              <a:t>ه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برد</a:t>
            </a:r>
            <a:r>
              <a:rPr sz="1012" b="0" i="0" u="none" dirty="0">
                <a:solidFill>
                  <a:srgbClr val="3A523E"/>
                </a:solidFill>
                <a:latin typeface="IBM Plex Sans Arabic Medium" panose="020B0603050203000203" pitchFamily="34" charset="-78"/>
                <a:cs typeface="IBM Plex Sans Arabic Medium" panose="020B0603050203000203" pitchFamily="34" charset="-78"/>
              </a:rPr>
              <a:t> </a:t>
            </a:r>
            <a:r>
              <a:rPr sz="1012" b="0" i="0" u="none" dirty="0" err="1">
                <a:solidFill>
                  <a:srgbClr val="3A523E"/>
                </a:solidFill>
                <a:latin typeface="IBM Plex Sans Arabic Medium" panose="020B0603050203000203" pitchFamily="34" charset="-78"/>
                <a:cs typeface="IBM Plex Sans Arabic Medium" panose="020B0603050203000203" pitchFamily="34" charset="-78"/>
              </a:rPr>
              <a:t>اصلی</a:t>
            </a:r>
            <a:r>
              <a:rPr sz="1012" b="0" i="0" u="none" dirty="0">
                <a:solidFill>
                  <a:srgbClr val="3A523E"/>
                </a:solidFill>
                <a:latin typeface="IBM Plex Sans Arabic Medium" panose="020B0603050203000203" pitchFamily="34" charset="-78"/>
                <a:cs typeface="IBM Plex Sans Arabic Medium" panose="020B0603050203000203" pitchFamily="34" charset="-78"/>
              </a:rPr>
              <a:t>.</a:t>
            </a:r>
          </a:p>
        </p:txBody>
      </p:sp>
      <p:sp>
        <p:nvSpPr>
          <p:cNvPr id="57" name="Rectangle: Rounded Corners 56">
            <a:extLst>
              <a:ext uri="{FF2B5EF4-FFF2-40B4-BE49-F238E27FC236}">
                <a16:creationId xmlns:a16="http://schemas.microsoft.com/office/drawing/2014/main" id="{D8FFAFF5-2145-642D-C299-2A05DC1F493C}"/>
              </a:ext>
            </a:extLst>
          </p:cNvPr>
          <p:cNvSpPr/>
          <p:nvPr/>
        </p:nvSpPr>
        <p:spPr>
          <a:xfrm>
            <a:off x="523875" y="1940719"/>
            <a:ext cx="5429251" cy="335933"/>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a-IR" sz="1200" b="1" i="0" u="none" dirty="0">
                <a:solidFill>
                  <a:schemeClr val="bg1"/>
                </a:solidFill>
                <a:latin typeface="IBM Plex Sans Arabic Medium" panose="020B0603050203000203" pitchFamily="34" charset="-78"/>
                <a:cs typeface="IBM Plex Sans Arabic Medium" panose="020B0603050203000203" pitchFamily="34" charset="-78"/>
              </a:rPr>
              <a:t>توابع برد ثانویه</a:t>
            </a:r>
          </a:p>
        </p:txBody>
      </p:sp>
      <p:sp>
        <p:nvSpPr>
          <p:cNvPr id="59" name="Rectangle: Rounded Corners 58">
            <a:extLst>
              <a:ext uri="{FF2B5EF4-FFF2-40B4-BE49-F238E27FC236}">
                <a16:creationId xmlns:a16="http://schemas.microsoft.com/office/drawing/2014/main" id="{CB8DE3C4-8E57-3F92-6572-6D1700108CB3}"/>
              </a:ext>
            </a:extLst>
          </p:cNvPr>
          <p:cNvSpPr/>
          <p:nvPr/>
        </p:nvSpPr>
        <p:spPr>
          <a:xfrm>
            <a:off x="6229349" y="1941800"/>
            <a:ext cx="5429251" cy="335933"/>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a-IR" sz="1200" b="1" i="0" u="none" dirty="0">
                <a:solidFill>
                  <a:schemeClr val="bg1"/>
                </a:solidFill>
                <a:latin typeface="IBM Plex Sans Arabic Medium" panose="020B0603050203000203" pitchFamily="34" charset="-78"/>
                <a:cs typeface="IBM Plex Sans Arabic Medium" panose="020B0603050203000203" pitchFamily="34" charset="-78"/>
              </a:rPr>
              <a:t>توابع برد اولیه اصلی</a:t>
            </a:r>
          </a:p>
        </p:txBody>
      </p:sp>
    </p:spTree>
    <p:extLst>
      <p:ext uri="{BB962C8B-B14F-4D97-AF65-F5344CB8AC3E}">
        <p14:creationId xmlns:p14="http://schemas.microsoft.com/office/powerpoint/2010/main" val="3322357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algn="r" rtl="1"/>
            <a:r>
              <a:rPr lang="fa-IR" sz="975" b="0" i="0" u="none" dirty="0">
                <a:solidFill>
                  <a:srgbClr val="598561"/>
                </a:solidFill>
                <a:latin typeface="IBM Plex Sans Arabic Medium" panose="020B0603050203000203" pitchFamily="34" charset="-78"/>
                <a:cs typeface="IBM Plex Sans Arabic Medium" panose="020B0603050203000203" pitchFamily="34" charset="-78"/>
              </a:rPr>
              <a:t>سامانه پایش محیط و ایمنی حریق </a:t>
            </a:r>
            <a:r>
              <a:rPr lang="en-US" sz="975" b="0" i="0" u="none" dirty="0">
                <a:solidFill>
                  <a:srgbClr val="598561"/>
                </a:solidFill>
                <a:latin typeface="IBM Plex Sans Arabic Medium" panose="020B0603050203000203" pitchFamily="34" charset="-78"/>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pPr>
            <a:r>
              <a:rPr lang="fa-IR" sz="2100" b="0" i="0" u="none" dirty="0">
                <a:solidFill>
                  <a:srgbClr val="2B4C31"/>
                </a:solidFill>
                <a:latin typeface="IBM Plex Sans Arabic Medium" panose="020B0603050203000203" pitchFamily="34" charset="-78"/>
                <a:cs typeface="IBM Plex Sans Arabic Medium" panose="020B0603050203000203" pitchFamily="34" charset="-78"/>
              </a:rPr>
              <a:t>زیر بخش‌۱؛ شبیه سازی و پیاده سازی سخت افزاری</a:t>
            </a:r>
            <a:endParaRPr lang="fa-IR" sz="2100" dirty="0">
              <a:solidFill>
                <a:srgbClr val="2B4C31"/>
              </a:solidFill>
              <a:latin typeface="IBM Plex Sans Arabic Medium" panose="020B0603050203000203" pitchFamily="34" charset="-78"/>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endParaRPr>
              <a:latin typeface="IBM Plex Sans Arabic Medium" panose="020B0603050203000203" pitchFamily="34" charset="-78"/>
              <a:cs typeface="IBM Plex Sans Arabic Medium" panose="020B0603050203000203" pitchFamily="34" charset="-78"/>
            </a:endParaRPr>
          </a:p>
        </p:txBody>
      </p:sp>
      <p:sp>
        <p:nvSpPr>
          <p:cNvPr id="12" name="TextBox 11">
            <a:extLst>
              <a:ext uri="{FF2B5EF4-FFF2-40B4-BE49-F238E27FC236}">
                <a16:creationId xmlns:a16="http://schemas.microsoft.com/office/drawing/2014/main" id="{57A9A2BA-2A32-B00E-9C97-C6A5FF1CE67E}"/>
              </a:ext>
            </a:extLst>
          </p:cNvPr>
          <p:cNvSpPr txBox="1"/>
          <p:nvPr/>
        </p:nvSpPr>
        <p:spPr>
          <a:xfrm>
            <a:off x="7439940" y="1247438"/>
            <a:ext cx="4422913" cy="3793346"/>
          </a:xfrm>
          <a:prstGeom prst="rect">
            <a:avLst/>
          </a:prstGeom>
          <a:noFill/>
        </p:spPr>
        <p:txBody>
          <a:bodyPr wrap="square" rtlCol="0">
            <a:spAutoFit/>
          </a:bodyPr>
          <a:lstStyle/>
          <a:p>
            <a:pPr marL="285750" indent="-285750" algn="r" rtl="1">
              <a:buFont typeface="Arial" panose="020B0604020202020204" pitchFamily="34" charset="0"/>
              <a:buChar char="•"/>
            </a:pPr>
            <a:r>
              <a:rPr lang="fa-IR" sz="1400" b="1" i="0" u="none" dirty="0" err="1">
                <a:solidFill>
                  <a:srgbClr val="2E4233"/>
                </a:solidFill>
                <a:latin typeface="IBM Plex Sans Arabic Medium" panose="020B0603050203000203" pitchFamily="34" charset="-78"/>
                <a:cs typeface="IBM Plex Sans Arabic Medium" panose="020B0603050203000203" pitchFamily="34" charset="-78"/>
              </a:rPr>
              <a:t>میکروکنترلر</a:t>
            </a:r>
            <a:r>
              <a:rPr lang="fa-IR" sz="1400" b="1" i="0" u="none" dirty="0">
                <a:solidFill>
                  <a:srgbClr val="2E4233"/>
                </a:solidFill>
                <a:latin typeface="IBM Plex Sans Arabic Medium" panose="020B0603050203000203" pitchFamily="34" charset="-78"/>
                <a:cs typeface="IBM Plex Sans Arabic Medium" panose="020B0603050203000203" pitchFamily="34" charset="-78"/>
              </a:rPr>
              <a:t> </a:t>
            </a:r>
            <a:r>
              <a:rPr lang="en-US" sz="1400" b="1" i="0" u="none" dirty="0">
                <a:solidFill>
                  <a:srgbClr val="2E4233"/>
                </a:solidFill>
                <a:latin typeface="IBM Plex Sans Arabic Medium" panose="020B0603050203000203" pitchFamily="34" charset="-78"/>
                <a:cs typeface="IBM Plex Sans Arabic Medium" panose="020B0603050203000203" pitchFamily="34" charset="-78"/>
              </a:rPr>
              <a:t>STM32F103</a:t>
            </a:r>
            <a:r>
              <a:rPr lang="fa-IR" sz="1400" b="1" i="0" u="none" dirty="0">
                <a:solidFill>
                  <a:srgbClr val="2E4233"/>
                </a:solidFill>
                <a:latin typeface="IBM Plex Sans Arabic Medium" panose="020B0603050203000203" pitchFamily="34" charset="-78"/>
                <a:cs typeface="IBM Plex Sans Arabic Medium" panose="020B0603050203000203" pitchFamily="34" charset="-78"/>
              </a:rPr>
              <a:t> </a:t>
            </a:r>
            <a:r>
              <a:rPr lang="en-US" sz="1400" b="1" i="0" u="none" dirty="0">
                <a:solidFill>
                  <a:srgbClr val="2E4233"/>
                </a:solidFill>
                <a:latin typeface="IBM Plex Sans Arabic Medium" panose="020B0603050203000203" pitchFamily="34" charset="-78"/>
                <a:cs typeface="IBM Plex Sans Arabic Medium" panose="020B0603050203000203" pitchFamily="34" charset="-78"/>
              </a:rPr>
              <a:t>:</a:t>
            </a:r>
            <a:r>
              <a:rPr lang="fa-IR" sz="1400" b="1" i="0" u="none" dirty="0">
                <a:solidFill>
                  <a:srgbClr val="2E4233"/>
                </a:solidFill>
                <a:latin typeface="IBM Plex Sans Arabic Medium" panose="020B0603050203000203" pitchFamily="34" charset="-78"/>
                <a:cs typeface="IBM Plex Sans Arabic Medium" panose="020B0603050203000203" pitchFamily="34" charset="-78"/>
              </a:rPr>
              <a:t> </a:t>
            </a:r>
            <a:r>
              <a:rPr lang="fa-IR" sz="1400" b="0" i="0" u="none" dirty="0">
                <a:solidFill>
                  <a:srgbClr val="2E4233"/>
                </a:solidFill>
                <a:latin typeface="IBM Plex Sans Arabic Medium" panose="020B0603050203000203" pitchFamily="34" charset="-78"/>
                <a:cs typeface="IBM Plex Sans Arabic Medium" panose="020B0603050203000203" pitchFamily="34" charset="-78"/>
              </a:rPr>
              <a:t>هسته های اصلی پردازش و اجرای برنامه دو برده.</a:t>
            </a:r>
          </a:p>
          <a:p>
            <a:pPr marL="285750" indent="-285750" algn="r" rtl="1">
              <a:buFont typeface="Arial" panose="020B0604020202020204" pitchFamily="34" charset="0"/>
              <a:buChar char="•"/>
            </a:pPr>
            <a:endParaRPr lang="fa-IR" sz="1400" dirty="0">
              <a:solidFill>
                <a:srgbClr val="2E4233"/>
              </a:solidFill>
              <a:latin typeface="IBM Plex Sans Arabic Medium" panose="020B0603050203000203" pitchFamily="34" charset="-78"/>
              <a:cs typeface="IBM Plex Sans Arabic Medium" panose="020B0603050203000203" pitchFamily="34" charset="-78"/>
            </a:endParaRPr>
          </a:p>
          <a:p>
            <a:pPr marL="285750" indent="-285750" algn="r" rtl="1">
              <a:buFont typeface="Arial" panose="020B0604020202020204" pitchFamily="34" charset="0"/>
              <a:buChar char="•"/>
            </a:pPr>
            <a:r>
              <a:rPr lang="fa-IR" sz="1400" b="1" i="0" u="none" dirty="0">
                <a:solidFill>
                  <a:srgbClr val="2E4233"/>
                </a:solidFill>
                <a:latin typeface="IBM Plex Sans Arabic Medium" panose="020B0603050203000203" pitchFamily="34" charset="-78"/>
                <a:cs typeface="IBM Plex Sans Arabic Medium" panose="020B0603050203000203" pitchFamily="34" charset="-78"/>
              </a:rPr>
              <a:t>نمایشگر </a:t>
            </a:r>
            <a:r>
              <a:rPr lang="en-US" sz="1400" b="1" i="0" u="none" dirty="0">
                <a:solidFill>
                  <a:srgbClr val="2E4233"/>
                </a:solidFill>
                <a:latin typeface="IBM Plex Sans Arabic Medium" panose="020B0603050203000203" pitchFamily="34" charset="-78"/>
                <a:cs typeface="IBM Plex Sans Arabic Medium" panose="020B0603050203000203" pitchFamily="34" charset="-78"/>
              </a:rPr>
              <a:t>LCD 20x4</a:t>
            </a:r>
            <a:r>
              <a:rPr lang="fa-IR" sz="1400" b="1" dirty="0">
                <a:solidFill>
                  <a:srgbClr val="2E4233"/>
                </a:solidFill>
                <a:latin typeface="IBM Plex Sans Arabic Medium" panose="020B0603050203000203" pitchFamily="34" charset="-78"/>
                <a:cs typeface="IBM Plex Sans Arabic Medium" panose="020B0603050203000203" pitchFamily="34" charset="-78"/>
              </a:rPr>
              <a:t> </a:t>
            </a:r>
            <a:r>
              <a:rPr lang="en-US" sz="1400" b="1" i="0" u="none" dirty="0">
                <a:solidFill>
                  <a:srgbClr val="2E4233"/>
                </a:solidFill>
                <a:latin typeface="IBM Plex Sans Arabic Medium" panose="020B0603050203000203" pitchFamily="34" charset="-78"/>
                <a:cs typeface="IBM Plex Sans Arabic Medium" panose="020B0603050203000203" pitchFamily="34" charset="-78"/>
              </a:rPr>
              <a:t>:</a:t>
            </a:r>
            <a:r>
              <a:rPr lang="fa-IR" sz="1400" b="0" i="0" u="none" dirty="0">
                <a:solidFill>
                  <a:srgbClr val="2E4233"/>
                </a:solidFill>
                <a:latin typeface="IBM Plex Sans Arabic Medium" panose="020B0603050203000203" pitchFamily="34" charset="-78"/>
                <a:cs typeface="IBM Plex Sans Arabic Medium" panose="020B0603050203000203" pitchFamily="34" charset="-78"/>
              </a:rPr>
              <a:t> نمایش زمان واقعی، دمای لحظه ای/میانگین، وضعیت اقلیم و هشدار متحرک حریق</a:t>
            </a:r>
          </a:p>
          <a:p>
            <a:pPr marL="285750" indent="-285750" algn="r" rtl="1">
              <a:lnSpc>
                <a:spcPts val="1860"/>
              </a:lnSpc>
              <a:buFont typeface="Arial" panose="020B0604020202020204" pitchFamily="34" charset="0"/>
              <a:buChar char="•"/>
            </a:pPr>
            <a:r>
              <a:rPr lang="fa-IR" sz="1400" b="1" i="0" u="none" dirty="0" err="1">
                <a:solidFill>
                  <a:srgbClr val="2E4233"/>
                </a:solidFill>
                <a:latin typeface="IBM Plex Sans Arabic Medium" panose="020B0603050203000203" pitchFamily="34" charset="-78"/>
                <a:cs typeface="IBM Plex Sans Arabic Medium" panose="020B0603050203000203" pitchFamily="34" charset="-78"/>
              </a:rPr>
              <a:t>سنسور</a:t>
            </a:r>
            <a:r>
              <a:rPr lang="fa-IR" sz="1400" b="1" i="0" u="none" dirty="0">
                <a:solidFill>
                  <a:srgbClr val="2E4233"/>
                </a:solidFill>
                <a:latin typeface="IBM Plex Sans Arabic Medium" panose="020B0603050203000203" pitchFamily="34" charset="-78"/>
                <a:cs typeface="IBM Plex Sans Arabic Medium" panose="020B0603050203000203" pitchFamily="34" charset="-78"/>
              </a:rPr>
              <a:t> دما </a:t>
            </a:r>
            <a:r>
              <a:rPr lang="en-US" sz="1400" b="1" i="0" u="none" dirty="0">
                <a:solidFill>
                  <a:srgbClr val="2E4233"/>
                </a:solidFill>
                <a:latin typeface="IBM Plex Sans Arabic Medium" panose="020B0603050203000203" pitchFamily="34" charset="-78"/>
                <a:cs typeface="IBM Plex Sans Arabic Medium" panose="020B0603050203000203" pitchFamily="34" charset="-78"/>
              </a:rPr>
              <a:t>LM35</a:t>
            </a:r>
            <a:r>
              <a:rPr lang="fa-IR" sz="1400" b="1" i="0" u="none" dirty="0">
                <a:solidFill>
                  <a:srgbClr val="2E4233"/>
                </a:solidFill>
                <a:latin typeface="IBM Plex Sans Arabic Medium" panose="020B0603050203000203" pitchFamily="34" charset="-78"/>
                <a:cs typeface="IBM Plex Sans Arabic Medium" panose="020B0603050203000203" pitchFamily="34" charset="-78"/>
              </a:rPr>
              <a:t> </a:t>
            </a:r>
            <a:r>
              <a:rPr lang="en-US" sz="1400" b="1" i="0" u="none" dirty="0">
                <a:solidFill>
                  <a:srgbClr val="2E4233"/>
                </a:solidFill>
                <a:latin typeface="IBM Plex Sans Arabic Medium" panose="020B0603050203000203" pitchFamily="34" charset="-78"/>
                <a:cs typeface="IBM Plex Sans Arabic Medium" panose="020B0603050203000203" pitchFamily="34" charset="-78"/>
              </a:rPr>
              <a:t>:</a:t>
            </a:r>
            <a:r>
              <a:rPr lang="fa-IR" sz="1400" b="0" i="0" u="none" dirty="0">
                <a:solidFill>
                  <a:srgbClr val="2E4233"/>
                </a:solidFill>
                <a:latin typeface="IBM Plex Sans Arabic Medium" panose="020B0603050203000203" pitchFamily="34" charset="-78"/>
                <a:cs typeface="IBM Plex Sans Arabic Medium" panose="020B0603050203000203" pitchFamily="34" charset="-78"/>
              </a:rPr>
              <a:t> متصل به پایه </a:t>
            </a:r>
            <a:r>
              <a:rPr lang="en-US" sz="1400" b="0" i="0" u="none" dirty="0">
                <a:solidFill>
                  <a:srgbClr val="2E4233"/>
                </a:solidFill>
                <a:latin typeface="IBM Plex Sans Arabic Medium" panose="020B0603050203000203" pitchFamily="34" charset="-78"/>
                <a:cs typeface="IBM Plex Sans Arabic Medium" panose="020B0603050203000203" pitchFamily="34" charset="-78"/>
              </a:rPr>
              <a:t>PA0 (ADC Channel 0)  </a:t>
            </a:r>
            <a:r>
              <a:rPr lang="fa-IR" sz="1400" b="0" i="0" u="none" dirty="0">
                <a:solidFill>
                  <a:srgbClr val="2E4233"/>
                </a:solidFill>
                <a:latin typeface="IBM Plex Sans Arabic Medium" panose="020B0603050203000203" pitchFamily="34" charset="-78"/>
                <a:cs typeface="IBM Plex Sans Arabic Medium" panose="020B0603050203000203" pitchFamily="34" charset="-78"/>
              </a:rPr>
              <a:t>جهت سنجش دقیق دما.</a:t>
            </a:r>
          </a:p>
          <a:p>
            <a:pPr marL="285750" indent="-285750" algn="r" rtl="1">
              <a:lnSpc>
                <a:spcPts val="1860"/>
              </a:lnSpc>
              <a:buFont typeface="Arial" panose="020B0604020202020204" pitchFamily="34" charset="0"/>
              <a:buChar char="•"/>
            </a:pPr>
            <a:r>
              <a:rPr lang="fa-IR" sz="1400" b="1" i="0" u="none" dirty="0" err="1">
                <a:solidFill>
                  <a:srgbClr val="2E4233"/>
                </a:solidFill>
                <a:latin typeface="IBM Plex Sans Arabic Medium" panose="020B0603050203000203" pitchFamily="34" charset="-78"/>
                <a:cs typeface="IBM Plex Sans Arabic Medium" panose="020B0603050203000203" pitchFamily="34" charset="-78"/>
              </a:rPr>
              <a:t>عملگر</a:t>
            </a:r>
            <a:r>
              <a:rPr lang="fa-IR" sz="1400" b="1" i="0" u="none" dirty="0">
                <a:solidFill>
                  <a:srgbClr val="2E4233"/>
                </a:solidFill>
                <a:latin typeface="IBM Plex Sans Arabic Medium" panose="020B0603050203000203" pitchFamily="34" charset="-78"/>
                <a:cs typeface="IBM Plex Sans Arabic Medium" panose="020B0603050203000203" pitchFamily="34" charset="-78"/>
              </a:rPr>
              <a:t> ها: </a:t>
            </a:r>
            <a:r>
              <a:rPr lang="fa-IR" sz="1400" b="0" i="0" u="none" dirty="0">
                <a:solidFill>
                  <a:srgbClr val="2E4233"/>
                </a:solidFill>
                <a:latin typeface="IBM Plex Sans Arabic Medium" panose="020B0603050203000203" pitchFamily="34" charset="-78"/>
                <a:cs typeface="IBM Plex Sans Arabic Medium" panose="020B0603050203000203" pitchFamily="34" charset="-78"/>
              </a:rPr>
              <a:t>فن، هیتر، بازر صوتی و اسپرینکلرهای اطفا حریق متصل به پورت </a:t>
            </a:r>
          </a:p>
          <a:p>
            <a:pPr marL="285750" indent="-285750" algn="r" rtl="1">
              <a:lnSpc>
                <a:spcPts val="1860"/>
              </a:lnSpc>
              <a:buFont typeface="Arial" panose="020B0604020202020204" pitchFamily="34" charset="0"/>
              <a:buChar char="•"/>
            </a:pPr>
            <a:r>
              <a:rPr lang="fa-IR" sz="1400" b="1" i="0" u="none" dirty="0">
                <a:solidFill>
                  <a:srgbClr val="2E4233"/>
                </a:solidFill>
                <a:latin typeface="IBM Plex Sans Arabic Medium" panose="020B0603050203000203" pitchFamily="34" charset="-78"/>
                <a:cs typeface="IBM Plex Sans Arabic Medium" panose="020B0603050203000203" pitchFamily="34" charset="-78"/>
              </a:rPr>
              <a:t>ارتباط سریالی دو برده:</a:t>
            </a:r>
            <a:r>
              <a:rPr lang="fa-IR" sz="1400" b="0" i="0" u="none" dirty="0">
                <a:solidFill>
                  <a:srgbClr val="2E4233"/>
                </a:solidFill>
                <a:latin typeface="IBM Plex Sans Arabic Medium" panose="020B0603050203000203" pitchFamily="34" charset="-78"/>
                <a:cs typeface="IBM Plex Sans Arabic Medium" panose="020B0603050203000203" pitchFamily="34" charset="-78"/>
              </a:rPr>
              <a:t> شبیه سازی ارتباط </a:t>
            </a:r>
            <a:r>
              <a:rPr lang="en-US" sz="1400" b="0" i="0" u="none" dirty="0">
                <a:solidFill>
                  <a:srgbClr val="2E4233"/>
                </a:solidFill>
                <a:latin typeface="IBM Plex Sans Arabic Medium" panose="020B0603050203000203" pitchFamily="34" charset="-78"/>
                <a:cs typeface="IBM Plex Sans Arabic Medium" panose="020B0603050203000203" pitchFamily="34" charset="-78"/>
              </a:rPr>
              <a:t>UART</a:t>
            </a:r>
            <a:r>
              <a:rPr lang="fa-IR" sz="1400" b="0" i="0" u="none" dirty="0">
                <a:solidFill>
                  <a:srgbClr val="2E4233"/>
                </a:solidFill>
                <a:latin typeface="IBM Plex Sans Arabic Medium" panose="020B0603050203000203" pitchFamily="34" charset="-78"/>
                <a:cs typeface="IBM Plex Sans Arabic Medium" panose="020B0603050203000203" pitchFamily="34" charset="-78"/>
              </a:rPr>
              <a:t> </a:t>
            </a:r>
            <a:r>
              <a:rPr lang="en-US" sz="1400" b="0" i="0" u="none" dirty="0">
                <a:solidFill>
                  <a:srgbClr val="2E4233"/>
                </a:solidFill>
                <a:latin typeface="IBM Plex Sans Arabic Medium" panose="020B0603050203000203" pitchFamily="34" charset="-78"/>
                <a:cs typeface="IBM Plex Sans Arabic Medium" panose="020B0603050203000203" pitchFamily="34" charset="-78"/>
              </a:rPr>
              <a:t> </a:t>
            </a:r>
            <a:r>
              <a:rPr lang="fa-IR" sz="1400" b="0" i="0" u="none" dirty="0">
                <a:solidFill>
                  <a:srgbClr val="2E4233"/>
                </a:solidFill>
                <a:latin typeface="IBM Plex Sans Arabic Medium" panose="020B0603050203000203" pitchFamily="34" charset="-78"/>
                <a:cs typeface="IBM Plex Sans Arabic Medium" panose="020B0603050203000203" pitchFamily="34" charset="-78"/>
              </a:rPr>
              <a:t>بین برد اصلی و ثانویه جهت ارسال تله متری و دریافت تنظیمات.</a:t>
            </a:r>
          </a:p>
          <a:p>
            <a:pPr marL="285750" indent="-285750" algn="r" rtl="1">
              <a:lnSpc>
                <a:spcPts val="1860"/>
              </a:lnSpc>
              <a:buFont typeface="Arial" panose="020B0604020202020204" pitchFamily="34" charset="0"/>
              <a:buChar char="•"/>
            </a:pPr>
            <a:endParaRPr lang="en-US" sz="1400" b="0" i="0" u="none" dirty="0">
              <a:solidFill>
                <a:srgbClr val="2E4233"/>
              </a:solidFill>
              <a:latin typeface="IBM Plex Sans Arabic Medium" panose="020B0603050203000203" pitchFamily="34" charset="-78"/>
              <a:cs typeface="IBM Plex Sans Arabic Medium" panose="020B0603050203000203" pitchFamily="34" charset="-78"/>
            </a:endParaRPr>
          </a:p>
          <a:p>
            <a:pPr marL="285750" indent="-285750" algn="r" rtl="1">
              <a:lnSpc>
                <a:spcPts val="1860"/>
              </a:lnSpc>
              <a:buFont typeface="Arial" panose="020B0604020202020204" pitchFamily="34" charset="0"/>
              <a:buChar char="•"/>
            </a:pPr>
            <a:endParaRPr lang="fa-IR" sz="1400" b="0" i="0" u="none" dirty="0">
              <a:solidFill>
                <a:srgbClr val="2E4233"/>
              </a:solidFill>
              <a:latin typeface="IBM Plex Sans Arabic Medium" panose="020B0603050203000203" pitchFamily="34" charset="-78"/>
              <a:cs typeface="IBM Plex Sans Arabic Medium" panose="020B0603050203000203" pitchFamily="34" charset="-78"/>
            </a:endParaRPr>
          </a:p>
          <a:p>
            <a:pPr marL="285750" indent="-285750" algn="r" rtl="1">
              <a:lnSpc>
                <a:spcPts val="1860"/>
              </a:lnSpc>
              <a:buFont typeface="Arial" panose="020B0604020202020204" pitchFamily="34" charset="0"/>
              <a:buChar char="•"/>
            </a:pPr>
            <a:endParaRPr lang="fa-IR" sz="1400" dirty="0">
              <a:latin typeface="IBM Plex Sans Arabic Medium" panose="020B0603050203000203" pitchFamily="34" charset="-78"/>
              <a:cs typeface="IBM Plex Sans Arabic Medium" panose="020B0603050203000203" pitchFamily="34" charset="-78"/>
            </a:endParaRPr>
          </a:p>
          <a:p>
            <a:endParaRPr lang="fa-IR" sz="1400" dirty="0">
              <a:latin typeface="IBM Plex Sans Arabic Medium" panose="020B0603050203000203" pitchFamily="34" charset="-78"/>
              <a:cs typeface="IBM Plex Sans Arabic Medium" panose="020B0603050203000203" pitchFamily="34" charset="-78"/>
            </a:endParaRPr>
          </a:p>
          <a:p>
            <a:endParaRPr lang="en-US" sz="1400" dirty="0">
              <a:latin typeface="IBM Plex Sans Arabic Medium" panose="020B0603050203000203" pitchFamily="34" charset="-78"/>
              <a:cs typeface="IBM Plex Sans Arabic Medium" panose="020B0603050203000203" pitchFamily="34" charset="-78"/>
            </a:endParaRPr>
          </a:p>
        </p:txBody>
      </p:sp>
      <p:pic>
        <p:nvPicPr>
          <p:cNvPr id="14" name="Picture 13">
            <a:extLst>
              <a:ext uri="{FF2B5EF4-FFF2-40B4-BE49-F238E27FC236}">
                <a16:creationId xmlns:a16="http://schemas.microsoft.com/office/drawing/2014/main" id="{0F0F5D1D-AB1E-CF0C-1384-6547DAF20437}"/>
              </a:ext>
            </a:extLst>
          </p:cNvPr>
          <p:cNvPicPr>
            <a:picLocks noChangeAspect="1"/>
          </p:cNvPicPr>
          <p:nvPr/>
        </p:nvPicPr>
        <p:blipFill>
          <a:blip r:embed="rId3"/>
          <a:stretch>
            <a:fillRect/>
          </a:stretch>
        </p:blipFill>
        <p:spPr>
          <a:xfrm>
            <a:off x="270343" y="1052954"/>
            <a:ext cx="7169597" cy="4318151"/>
          </a:xfrm>
          <a:prstGeom prst="rect">
            <a:avLst/>
          </a:prstGeom>
        </p:spPr>
      </p:pic>
    </p:spTree>
    <p:extLst>
      <p:ext uri="{BB962C8B-B14F-4D97-AF65-F5344CB8AC3E}">
        <p14:creationId xmlns:p14="http://schemas.microsoft.com/office/powerpoint/2010/main" val="2044763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سامانه کنترل کیفیت محصول </a:t>
            </a:r>
            <a:r>
              <a:rPr kumimoji="0" lang="en-US"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بخش‌۲؛</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4" name="TextBox 3">
            <a:extLst>
              <a:ext uri="{FF2B5EF4-FFF2-40B4-BE49-F238E27FC236}">
                <a16:creationId xmlns:a16="http://schemas.microsoft.com/office/drawing/2014/main" id="{372EDE37-9BD7-E844-0894-4C907EE15650}"/>
              </a:ext>
            </a:extLst>
          </p:cNvPr>
          <p:cNvSpPr txBox="1"/>
          <p:nvPr/>
        </p:nvSpPr>
        <p:spPr>
          <a:xfrm>
            <a:off x="2381249" y="2465781"/>
            <a:ext cx="7429500" cy="861774"/>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سامانه پایش کنترل کیفی </a:t>
            </a:r>
            <a:r>
              <a:rPr kumimoji="0" lang="en-US" sz="32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STM32</a:t>
            </a:r>
            <a:endParaRPr kumimoji="0" lang="fa-IR" sz="32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AED5023D-FFFA-C74F-E834-6DCD78E3501B}"/>
              </a:ext>
            </a:extLst>
          </p:cNvPr>
          <p:cNvSpPr/>
          <p:nvPr/>
        </p:nvSpPr>
        <p:spPr>
          <a:xfrm>
            <a:off x="3699862" y="3371092"/>
            <a:ext cx="4792275" cy="379468"/>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BC6D63F5-D312-2C18-9884-D4E0233A9B7A}"/>
              </a:ext>
            </a:extLst>
          </p:cNvPr>
          <p:cNvSpPr txBox="1"/>
          <p:nvPr/>
        </p:nvSpPr>
        <p:spPr>
          <a:xfrm>
            <a:off x="3047999" y="3344122"/>
            <a:ext cx="6096000" cy="923330"/>
          </a:xfrm>
          <a:prstGeom prst="rect">
            <a:avLst/>
          </a:prstGeom>
          <a:noFill/>
        </p:spPr>
        <p:txBody>
          <a:bodyPr wrap="square">
            <a:spAutoFit/>
          </a:bodyPr>
          <a:lstStyle/>
          <a:p>
            <a:pPr marL="0" marR="0" lvl="0" indent="0" algn="ctr" defTabSz="457200" rtl="0" eaLnBrk="1" fontAlgn="auto" latinLnBrk="0" hangingPunct="1">
              <a:lnSpc>
                <a:spcPct val="100000"/>
              </a:lnSpc>
              <a:spcBef>
                <a:spcPts val="75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rPr>
              <a:t>کنترل هوشمند محصولات تولید شده ، تفکیک و گزارش </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fa-IR"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b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TextBox 1">
            <a:extLst>
              <a:ext uri="{FF2B5EF4-FFF2-40B4-BE49-F238E27FC236}">
                <a16:creationId xmlns:a16="http://schemas.microsoft.com/office/drawing/2014/main" id="{FD65AA4E-FB66-AA43-DB72-EF77F75DD561}"/>
              </a:ext>
            </a:extLst>
          </p:cNvPr>
          <p:cNvSpPr txBox="1"/>
          <p:nvPr/>
        </p:nvSpPr>
        <p:spPr>
          <a:xfrm>
            <a:off x="2381249" y="3825229"/>
            <a:ext cx="7429500" cy="261610"/>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سیستم‌های نهفته با درایورهای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HAL</a:t>
            </a:r>
            <a:endPar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6146" name="Picture 2">
            <a:extLst>
              <a:ext uri="{FF2B5EF4-FFF2-40B4-BE49-F238E27FC236}">
                <a16:creationId xmlns:a16="http://schemas.microsoft.com/office/drawing/2014/main" id="{E08B50DC-99A7-A8C5-61AC-B1C91469E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0494" y="3884596"/>
            <a:ext cx="123825"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720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سامانه کنترل کیفیت محصول </a:t>
            </a:r>
            <a:r>
              <a:rPr kumimoji="0" lang="en-US"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بخش‌۲؛ معماری و ساختار فایل ها</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8093124" y="2047279"/>
            <a:ext cx="3575000" cy="2215157"/>
          </a:xfrm>
          <a:prstGeom prst="rect">
            <a:avLst/>
          </a:prstGeom>
        </p:spPr>
      </p:pic>
      <p:pic>
        <p:nvPicPr>
          <p:cNvPr id="4" name="Picture 3" descr="image.png"/>
          <p:cNvPicPr>
            <a:picLocks noChangeAspect="1"/>
          </p:cNvPicPr>
          <p:nvPr/>
        </p:nvPicPr>
        <p:blipFill>
          <a:blip r:embed="rId4"/>
          <a:stretch>
            <a:fillRect/>
          </a:stretch>
        </p:blipFill>
        <p:spPr>
          <a:xfrm>
            <a:off x="4308574" y="2047279"/>
            <a:ext cx="3575000" cy="2215157"/>
          </a:xfrm>
          <a:prstGeom prst="rect">
            <a:avLst/>
          </a:prstGeom>
        </p:spPr>
      </p:pic>
      <p:pic>
        <p:nvPicPr>
          <p:cNvPr id="5" name="Picture 4" descr="image.png"/>
          <p:cNvPicPr>
            <a:picLocks noChangeAspect="1"/>
          </p:cNvPicPr>
          <p:nvPr/>
        </p:nvPicPr>
        <p:blipFill>
          <a:blip r:embed="rId5"/>
          <a:stretch>
            <a:fillRect/>
          </a:stretch>
        </p:blipFill>
        <p:spPr>
          <a:xfrm>
            <a:off x="524023" y="2047279"/>
            <a:ext cx="3575000" cy="2215157"/>
          </a:xfrm>
          <a:prstGeom prst="rect">
            <a:avLst/>
          </a:prstGeom>
        </p:spPr>
      </p:pic>
      <p:pic>
        <p:nvPicPr>
          <p:cNvPr id="8" name="Picture 7" descr="image.png"/>
          <p:cNvPicPr>
            <a:picLocks noChangeAspect="1"/>
          </p:cNvPicPr>
          <p:nvPr/>
        </p:nvPicPr>
        <p:blipFill>
          <a:blip r:embed="rId6"/>
          <a:stretch>
            <a:fillRect/>
          </a:stretch>
        </p:blipFill>
        <p:spPr>
          <a:xfrm>
            <a:off x="10953750" y="2304454"/>
            <a:ext cx="495300" cy="495300"/>
          </a:xfrm>
          <a:prstGeom prst="rect">
            <a:avLst/>
          </a:prstGeom>
        </p:spPr>
      </p:pic>
      <p:sp>
        <p:nvSpPr>
          <p:cNvPr id="10" name="TextBox 9"/>
          <p:cNvSpPr txBox="1"/>
          <p:nvPr/>
        </p:nvSpPr>
        <p:spPr>
          <a:xfrm>
            <a:off x="8155357" y="2971204"/>
            <a:ext cx="3293692" cy="219291"/>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25" b="1" i="0" u="none" strike="noStrike" kern="1200" cap="none" spc="0" normalizeH="0" baseline="0" noProof="0" dirty="0" err="1">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Quality</a:t>
            </a:r>
            <a:r>
              <a:rPr kumimoji="0" sz="1425" b="1" i="0" u="none" strike="noStrike" kern="1200" cap="none" spc="0" normalizeH="0" baseline="0" noProof="0" dirty="0" err="1">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.c</a:t>
            </a:r>
            <a:r>
              <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 / .h</a:t>
            </a:r>
          </a:p>
        </p:txBody>
      </p:sp>
      <p:sp>
        <p:nvSpPr>
          <p:cNvPr id="11" name="TextBox 10"/>
          <p:cNvSpPr txBox="1"/>
          <p:nvPr/>
        </p:nvSpPr>
        <p:spPr>
          <a:xfrm>
            <a:off x="8312199" y="3342679"/>
            <a:ext cx="3136850" cy="631263"/>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تشخیص حرکت و سپس دریافت مقادیر مربوط به پارامتر های صحت سنجی محصول و بررسی پارامتر ها و در آخر تفکیک محصول تائید نشده</a:t>
            </a:r>
            <a:endPar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2" name="Picture 11" descr="image.png"/>
          <p:cNvPicPr>
            <a:picLocks noChangeAspect="1"/>
          </p:cNvPicPr>
          <p:nvPr/>
        </p:nvPicPr>
        <p:blipFill>
          <a:blip r:embed="rId7"/>
          <a:stretch>
            <a:fillRect/>
          </a:stretch>
        </p:blipFill>
        <p:spPr>
          <a:xfrm>
            <a:off x="7169199" y="2304454"/>
            <a:ext cx="495300" cy="495300"/>
          </a:xfrm>
          <a:prstGeom prst="rect">
            <a:avLst/>
          </a:prstGeom>
        </p:spPr>
      </p:pic>
      <p:sp>
        <p:nvSpPr>
          <p:cNvPr id="13" name="TextBox 12"/>
          <p:cNvSpPr txBox="1"/>
          <p:nvPr/>
        </p:nvSpPr>
        <p:spPr>
          <a:xfrm>
            <a:off x="4370806" y="2971204"/>
            <a:ext cx="3293692" cy="219291"/>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425" b="1" i="0" u="none" strike="noStrike" kern="1200" cap="none" spc="0" normalizeH="0" baseline="0" noProof="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lcd_parallel.c / .h</a:t>
            </a:r>
          </a:p>
        </p:txBody>
      </p:sp>
      <p:sp>
        <p:nvSpPr>
          <p:cNvPr id="15" name="TextBox 14"/>
          <p:cNvSpPr txBox="1"/>
          <p:nvPr/>
        </p:nvSpPr>
        <p:spPr>
          <a:xfrm>
            <a:off x="4527649" y="3342679"/>
            <a:ext cx="3136850" cy="413255"/>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درایور نمایشگر متنی 20 در 4 به صورت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Parallel 4-bit،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توابع مدیریت کرسور، ارسال دستور/داده و برای گزارش وضعیت محصول</a:t>
            </a:r>
            <a:endPar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6" name="Picture 15" descr="image.png"/>
          <p:cNvPicPr>
            <a:picLocks noChangeAspect="1"/>
          </p:cNvPicPr>
          <p:nvPr/>
        </p:nvPicPr>
        <p:blipFill>
          <a:blip r:embed="rId6"/>
          <a:stretch>
            <a:fillRect/>
          </a:stretch>
        </p:blipFill>
        <p:spPr>
          <a:xfrm>
            <a:off x="3384649" y="2304454"/>
            <a:ext cx="495300" cy="495300"/>
          </a:xfrm>
          <a:prstGeom prst="rect">
            <a:avLst/>
          </a:prstGeom>
        </p:spPr>
      </p:pic>
      <p:sp>
        <p:nvSpPr>
          <p:cNvPr id="17" name="TextBox 16"/>
          <p:cNvSpPr txBox="1"/>
          <p:nvPr/>
        </p:nvSpPr>
        <p:spPr>
          <a:xfrm>
            <a:off x="586256" y="2971204"/>
            <a:ext cx="3293692"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sz="1425" b="1" i="0" u="none" strike="noStrike" kern="1200" cap="none" spc="0" normalizeH="0" baseline="0" noProof="0" dirty="0" err="1">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فای</a:t>
            </a: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ل</a:t>
            </a:r>
            <a:r>
              <a:rPr lang="fa-IR" sz="1425" b="1" dirty="0">
                <a:solidFill>
                  <a:srgbClr val="1B3320"/>
                </a:solidFill>
                <a:latin typeface="IBM Plex Sans Arabic Medium" panose="020B0603050203000203" pitchFamily="34" charset="-78"/>
                <a:cs typeface="IBM Plex Sans Arabic Medium" panose="020B0603050203000203" pitchFamily="34" charset="-78"/>
              </a:rPr>
              <a:t> </a:t>
            </a:r>
            <a:r>
              <a:rPr kumimoji="0" sz="1425" b="1" i="0" u="none" strike="noStrike" kern="1200" cap="none" spc="0" normalizeH="0" baseline="0" noProof="0" dirty="0" err="1">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های</a:t>
            </a:r>
            <a:r>
              <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 HAL (</a:t>
            </a:r>
            <a:r>
              <a:rPr kumimoji="0" sz="1425" b="1" i="0" u="none" strike="noStrike" kern="1200" cap="none" spc="0" normalizeH="0" baseline="0" noProof="0" dirty="0" err="1">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adc</a:t>
            </a:r>
            <a:r>
              <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 </a:t>
            </a:r>
            <a:r>
              <a:rPr kumimoji="0" sz="1425" b="1" i="0" u="none" strike="noStrike" kern="1200" cap="none" spc="0" normalizeH="0" baseline="0" noProof="0" dirty="0" err="1">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gpio</a:t>
            </a:r>
            <a:r>
              <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 </a:t>
            </a:r>
            <a:r>
              <a:rPr kumimoji="0" sz="1425" b="1" i="0" u="none" strike="noStrike" kern="1200" cap="none" spc="0" normalizeH="0" baseline="0" noProof="0" dirty="0" err="1">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usart</a:t>
            </a:r>
            <a:r>
              <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a:t>
            </a:r>
          </a:p>
        </p:txBody>
      </p:sp>
      <p:sp>
        <p:nvSpPr>
          <p:cNvPr id="18" name="TextBox 17"/>
          <p:cNvSpPr txBox="1"/>
          <p:nvPr/>
        </p:nvSpPr>
        <p:spPr>
          <a:xfrm>
            <a:off x="586256" y="3342679"/>
            <a:ext cx="3293692" cy="849271"/>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err="1">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پیکربندی</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سخت افزاری میکروکنترلر شامل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ADC1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برای خواندن سنسور های آنالوگ مانند پتانسیومتر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GPIO</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ها برای ورودی/خروجی ها،</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UART</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برای گزارش و دریافت مقادیر </a:t>
            </a:r>
            <a:r>
              <a:rPr kumimoji="0" lang="fa-IR" sz="1087" b="0" i="0" u="none" strike="noStrike" kern="1200" cap="none" spc="0" normalizeH="0" baseline="0" noProof="0" dirty="0" err="1">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سنسور</a:t>
            </a:r>
            <a:r>
              <a:rPr lang="fa-IR" sz="1087" dirty="0">
                <a:solidFill>
                  <a:srgbClr val="3A523E"/>
                </a:solidFill>
                <a:latin typeface="IBM Plex Sans Arabic Medium" panose="020B0603050203000203" pitchFamily="34" charset="-78"/>
                <a:cs typeface="IBM Plex Sans Arabic Medium" panose="020B0603050203000203" pitchFamily="34" charset="-78"/>
              </a:rPr>
              <a:t>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ها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RTC</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برای ثبت زمان محصولات </a:t>
            </a:r>
            <a:endParaRPr kumimoji="0"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9" name="Picture 18" descr="image.png"/>
          <p:cNvPicPr>
            <a:picLocks noChangeAspect="1"/>
          </p:cNvPicPr>
          <p:nvPr/>
        </p:nvPicPr>
        <p:blipFill>
          <a:blip r:embed="rId8"/>
          <a:stretch>
            <a:fillRect/>
          </a:stretch>
        </p:blipFill>
        <p:spPr>
          <a:xfrm>
            <a:off x="11101387" y="2418754"/>
            <a:ext cx="200025" cy="266700"/>
          </a:xfrm>
          <a:prstGeom prst="rect">
            <a:avLst/>
          </a:prstGeom>
        </p:spPr>
      </p:pic>
      <p:pic>
        <p:nvPicPr>
          <p:cNvPr id="22" name="Picture 21" descr="image.png"/>
          <p:cNvPicPr>
            <a:picLocks noChangeAspect="1"/>
          </p:cNvPicPr>
          <p:nvPr/>
        </p:nvPicPr>
        <p:blipFill>
          <a:blip r:embed="rId9"/>
          <a:stretch>
            <a:fillRect/>
          </a:stretch>
        </p:blipFill>
        <p:spPr>
          <a:xfrm>
            <a:off x="7264449" y="2418754"/>
            <a:ext cx="304800" cy="266700"/>
          </a:xfrm>
          <a:prstGeom prst="rect">
            <a:avLst/>
          </a:prstGeom>
        </p:spPr>
      </p:pic>
      <p:pic>
        <p:nvPicPr>
          <p:cNvPr id="23" name="Picture 22" descr="image.png"/>
          <p:cNvPicPr>
            <a:picLocks noChangeAspect="1"/>
          </p:cNvPicPr>
          <p:nvPr/>
        </p:nvPicPr>
        <p:blipFill>
          <a:blip r:embed="rId10"/>
          <a:stretch>
            <a:fillRect/>
          </a:stretch>
        </p:blipFill>
        <p:spPr>
          <a:xfrm>
            <a:off x="3465611" y="2418754"/>
            <a:ext cx="333375" cy="266700"/>
          </a:xfrm>
          <a:prstGeom prst="rect">
            <a:avLst/>
          </a:prstGeom>
        </p:spPr>
      </p:pic>
    </p:spTree>
    <p:extLst>
      <p:ext uri="{BB962C8B-B14F-4D97-AF65-F5344CB8AC3E}">
        <p14:creationId xmlns:p14="http://schemas.microsoft.com/office/powerpoint/2010/main" val="1324886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سامانه کنترل کیفیت محصول </a:t>
            </a:r>
            <a:r>
              <a:rPr kumimoji="0" lang="en-US"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بخش‌۲؛ منطق سخت افزاری و پین‌ها</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graphicFrame>
        <p:nvGraphicFramePr>
          <p:cNvPr id="3" name="Table 2"/>
          <p:cNvGraphicFramePr>
            <a:graphicFrameLocks noGrp="1"/>
          </p:cNvGraphicFramePr>
          <p:nvPr>
            <p:extLst>
              <p:ext uri="{D42A27DB-BD31-4B8C-83A1-F6EECF244321}">
                <p14:modId xmlns:p14="http://schemas.microsoft.com/office/powerpoint/2010/main" val="3841229967"/>
              </p:ext>
            </p:extLst>
          </p:nvPr>
        </p:nvGraphicFramePr>
        <p:xfrm>
          <a:off x="590552" y="1038828"/>
          <a:ext cx="11125199" cy="2743051"/>
        </p:xfrm>
        <a:graphic>
          <a:graphicData uri="http://schemas.openxmlformats.org/drawingml/2006/table">
            <a:tbl>
              <a:tblPr firstRow="1" bandRow="1">
                <a:tableStyleId>{5C22544A-7EE6-4342-B048-85BDC9FD1C3A}</a:tableStyleId>
              </a:tblPr>
              <a:tblGrid>
                <a:gridCol w="2130772">
                  <a:extLst>
                    <a:ext uri="{9D8B030D-6E8A-4147-A177-3AD203B41FA5}">
                      <a16:colId xmlns:a16="http://schemas.microsoft.com/office/drawing/2014/main" val="20000"/>
                    </a:ext>
                  </a:extLst>
                </a:gridCol>
                <a:gridCol w="2452985">
                  <a:extLst>
                    <a:ext uri="{9D8B030D-6E8A-4147-A177-3AD203B41FA5}">
                      <a16:colId xmlns:a16="http://schemas.microsoft.com/office/drawing/2014/main" val="20001"/>
                    </a:ext>
                  </a:extLst>
                </a:gridCol>
                <a:gridCol w="1573262">
                  <a:extLst>
                    <a:ext uri="{9D8B030D-6E8A-4147-A177-3AD203B41FA5}">
                      <a16:colId xmlns:a16="http://schemas.microsoft.com/office/drawing/2014/main" val="20002"/>
                    </a:ext>
                  </a:extLst>
                </a:gridCol>
                <a:gridCol w="4968180">
                  <a:extLst>
                    <a:ext uri="{9D8B030D-6E8A-4147-A177-3AD203B41FA5}">
                      <a16:colId xmlns:a16="http://schemas.microsoft.com/office/drawing/2014/main" val="20003"/>
                    </a:ext>
                  </a:extLst>
                </a:gridCol>
              </a:tblGrid>
              <a:tr h="457175">
                <a:tc>
                  <a:txBody>
                    <a:bodyPr/>
                    <a:lstStyle/>
                    <a:p>
                      <a:pPr algn="ctr" rtl="1"/>
                      <a:r>
                        <a:rPr sz="1100" b="1" i="0" u="none" dirty="0" err="1">
                          <a:solidFill>
                            <a:srgbClr val="FFFFFF"/>
                          </a:solidFill>
                          <a:latin typeface="IBM Plex Sans Arabic Medium" panose="020B0603050203000203" pitchFamily="34" charset="-78"/>
                          <a:cs typeface="IBM Plex Sans Arabic Medium" panose="020B0603050203000203" pitchFamily="34" charset="-78"/>
                        </a:rPr>
                        <a:t>پورت</a:t>
                      </a:r>
                      <a:r>
                        <a:rPr sz="1100" b="1" i="0" u="none" dirty="0">
                          <a:solidFill>
                            <a:srgbClr val="FFFFFF"/>
                          </a:solidFill>
                          <a:latin typeface="IBM Plex Sans Arabic Medium" panose="020B0603050203000203" pitchFamily="34" charset="-78"/>
                          <a:cs typeface="IBM Plex Sans Arabic Medium" panose="020B0603050203000203" pitchFamily="34" charset="-78"/>
                        </a:rPr>
                        <a:t> / </a:t>
                      </a:r>
                      <a:r>
                        <a:rPr sz="1100" b="1" i="0" u="none" dirty="0" err="1">
                          <a:solidFill>
                            <a:srgbClr val="FFFFFF"/>
                          </a:solidFill>
                          <a:latin typeface="IBM Plex Sans Arabic Medium" panose="020B0603050203000203" pitchFamily="34" charset="-78"/>
                          <a:cs typeface="IBM Plex Sans Arabic Medium" panose="020B0603050203000203" pitchFamily="34" charset="-78"/>
                        </a:rPr>
                        <a:t>پین</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tc>
                  <a:txBody>
                    <a:bodyPr/>
                    <a:lstStyle/>
                    <a:p>
                      <a:pPr algn="ctr" rtl="1"/>
                      <a:r>
                        <a:rPr sz="1100" b="1" i="0" u="none">
                          <a:solidFill>
                            <a:srgbClr val="FFFFFF"/>
                          </a:solidFill>
                          <a:latin typeface="IBM Plex Sans Arabic Medium" panose="020B0603050203000203" pitchFamily="34" charset="-78"/>
                          <a:cs typeface="IBM Plex Sans Arabic Medium" panose="020B0603050203000203" pitchFamily="34" charset="-78"/>
                        </a:rPr>
                        <a:t>نام سیگنال</a:t>
                      </a:r>
                    </a:p>
                  </a:txBody>
                  <a:tcPr marL="63500" marR="63500" marT="25400" marB="25400" anchor="ctr">
                    <a:lnL>
                      <a:noFill/>
                    </a:lnL>
                    <a:lnR>
                      <a:noFill/>
                    </a:lnR>
                    <a:lnT>
                      <a:noFill/>
                    </a:lnT>
                    <a:lnB>
                      <a:noFill/>
                    </a:lnB>
                    <a:solidFill>
                      <a:srgbClr val="1B3320"/>
                    </a:solidFill>
                  </a:tcPr>
                </a:tc>
                <a:tc>
                  <a:txBody>
                    <a:bodyPr/>
                    <a:lstStyle/>
                    <a:p>
                      <a:pPr algn="ctr" rtl="1"/>
                      <a:r>
                        <a:rPr sz="1100" b="1" i="0" u="none" dirty="0" err="1">
                          <a:solidFill>
                            <a:srgbClr val="FFFFFF"/>
                          </a:solidFill>
                          <a:latin typeface="IBM Plex Sans Arabic Medium" panose="020B0603050203000203" pitchFamily="34" charset="-78"/>
                          <a:cs typeface="IBM Plex Sans Arabic Medium" panose="020B0603050203000203" pitchFamily="34" charset="-78"/>
                        </a:rPr>
                        <a:t>نوع</a:t>
                      </a:r>
                      <a:r>
                        <a:rPr sz="1100" b="1" i="0" u="none" dirty="0">
                          <a:solidFill>
                            <a:srgbClr val="FFFFFF"/>
                          </a:solidFill>
                          <a:latin typeface="IBM Plex Sans Arabic Medium" panose="020B0603050203000203" pitchFamily="34" charset="-78"/>
                          <a:cs typeface="IBM Plex Sans Arabic Medium" panose="020B0603050203000203" pitchFamily="34" charset="-78"/>
                        </a:rPr>
                        <a:t> </a:t>
                      </a:r>
                      <a:r>
                        <a:rPr sz="1100" b="1" i="0" u="none" dirty="0" err="1">
                          <a:solidFill>
                            <a:srgbClr val="FFFFFF"/>
                          </a:solidFill>
                          <a:latin typeface="IBM Plex Sans Arabic Medium" panose="020B0603050203000203" pitchFamily="34" charset="-78"/>
                          <a:cs typeface="IBM Plex Sans Arabic Medium" panose="020B0603050203000203" pitchFamily="34" charset="-78"/>
                        </a:rPr>
                        <a:t>عملکرد</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tc>
                  <a:txBody>
                    <a:bodyPr/>
                    <a:lstStyle/>
                    <a:p>
                      <a:pPr algn="ctr" rtl="1"/>
                      <a:r>
                        <a:rPr sz="1100" b="1" i="0" u="none" dirty="0" err="1">
                          <a:solidFill>
                            <a:srgbClr val="FFFFFF"/>
                          </a:solidFill>
                          <a:latin typeface="IBM Plex Sans Arabic Medium" panose="020B0603050203000203" pitchFamily="34" charset="-78"/>
                          <a:cs typeface="IBM Plex Sans Arabic Medium" panose="020B0603050203000203" pitchFamily="34" charset="-78"/>
                        </a:rPr>
                        <a:t>توضیحات</a:t>
                      </a:r>
                      <a:r>
                        <a:rPr sz="1100" b="1" i="0" u="none" dirty="0">
                          <a:solidFill>
                            <a:srgbClr val="FFFFFF"/>
                          </a:solidFill>
                          <a:latin typeface="IBM Plex Sans Arabic Medium" panose="020B0603050203000203" pitchFamily="34" charset="-78"/>
                          <a:cs typeface="IBM Plex Sans Arabic Medium" panose="020B0603050203000203" pitchFamily="34" charset="-78"/>
                        </a:rPr>
                        <a:t> و </a:t>
                      </a:r>
                      <a:r>
                        <a:rPr sz="1100" b="1" i="0" u="none" dirty="0" err="1">
                          <a:solidFill>
                            <a:srgbClr val="FFFFFF"/>
                          </a:solidFill>
                          <a:latin typeface="IBM Plex Sans Arabic Medium" panose="020B0603050203000203" pitchFamily="34" charset="-78"/>
                          <a:cs typeface="IBM Plex Sans Arabic Medium" panose="020B0603050203000203" pitchFamily="34" charset="-78"/>
                        </a:rPr>
                        <a:t>قطعه</a:t>
                      </a:r>
                      <a:r>
                        <a:rPr sz="1100" b="1" i="0" u="none" dirty="0">
                          <a:solidFill>
                            <a:srgbClr val="FFFFFF"/>
                          </a:solidFill>
                          <a:latin typeface="IBM Plex Sans Arabic Medium" panose="020B0603050203000203" pitchFamily="34" charset="-78"/>
                          <a:cs typeface="IBM Plex Sans Arabic Medium" panose="020B0603050203000203" pitchFamily="34" charset="-78"/>
                        </a:rPr>
                        <a:t> </a:t>
                      </a:r>
                      <a:r>
                        <a:rPr sz="1100" b="1" i="0" u="none" dirty="0" err="1">
                          <a:solidFill>
                            <a:srgbClr val="FFFFFF"/>
                          </a:solidFill>
                          <a:latin typeface="IBM Plex Sans Arabic Medium" panose="020B0603050203000203" pitchFamily="34" charset="-78"/>
                          <a:cs typeface="IBM Plex Sans Arabic Medium" panose="020B0603050203000203" pitchFamily="34" charset="-78"/>
                        </a:rPr>
                        <a:t>متصل</a:t>
                      </a:r>
                      <a:r>
                        <a:rPr sz="1100" b="1" i="0" u="none" dirty="0">
                          <a:solidFill>
                            <a:srgbClr val="FFFFFF"/>
                          </a:solidFill>
                          <a:latin typeface="IBM Plex Sans Arabic Medium" panose="020B0603050203000203" pitchFamily="34" charset="-78"/>
                          <a:cs typeface="IBM Plex Sans Arabic Medium" panose="020B0603050203000203" pitchFamily="34" charset="-78"/>
                        </a:rPr>
                        <a:t> </a:t>
                      </a:r>
                      <a:r>
                        <a:rPr sz="1100" b="1" i="0" u="none" dirty="0" err="1">
                          <a:solidFill>
                            <a:srgbClr val="FFFFFF"/>
                          </a:solidFill>
                          <a:latin typeface="IBM Plex Sans Arabic Medium" panose="020B0603050203000203" pitchFamily="34" charset="-78"/>
                          <a:cs typeface="IBM Plex Sans Arabic Medium" panose="020B0603050203000203" pitchFamily="34" charset="-78"/>
                        </a:rPr>
                        <a:t>شده</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extLst>
                  <a:ext uri="{0D108BD9-81ED-4DB2-BD59-A6C34878D82A}">
                    <a16:rowId xmlns:a16="http://schemas.microsoft.com/office/drawing/2014/main" val="10000"/>
                  </a:ext>
                </a:extLst>
              </a:tr>
              <a:tr h="457175">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PA0</a:t>
                      </a:r>
                    </a:p>
                  </a:txBody>
                  <a:tcPr marL="63500" marR="63500" marT="25400" marB="25400" anchor="ctr">
                    <a:lnL>
                      <a:noFill/>
                    </a:lnL>
                    <a:lnR>
                      <a:noFill/>
                    </a:lnR>
                    <a:lnT>
                      <a:noFill/>
                    </a:lnT>
                    <a:lnB>
                      <a:noFill/>
                    </a:lnB>
                    <a:solidFill>
                      <a:srgbClr val="FFFFFF"/>
                    </a:solidFill>
                  </a:tcPr>
                </a:tc>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WEIGHT</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sz="1100" b="0" i="0" u="none">
                          <a:solidFill>
                            <a:srgbClr val="2E4233"/>
                          </a:solidFill>
                          <a:latin typeface="IBM Plex Sans Arabic Medium" panose="020B0603050203000203" pitchFamily="34" charset="-78"/>
                          <a:cs typeface="IBM Plex Sans Arabic Medium" panose="020B0603050203000203" pitchFamily="34" charset="-78"/>
                        </a:rPr>
                        <a:t>ورودی آنالوگ</a:t>
                      </a:r>
                    </a:p>
                  </a:txBody>
                  <a:tcPr marL="63500" marR="63500" marT="25400" marB="25400" anchor="ctr">
                    <a:lnL>
                      <a:noFill/>
                    </a:lnL>
                    <a:lnR>
                      <a:noFill/>
                    </a:lnR>
                    <a:lnT>
                      <a:noFill/>
                    </a:lnT>
                    <a:lnB>
                      <a:noFill/>
                    </a:lnB>
                    <a:solidFill>
                      <a:srgbClr val="FFFFFF"/>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اتصال به وزن سنج و با تمام سنسور های آنالوگ</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457175">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PB0/PB1</a:t>
                      </a:r>
                    </a:p>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PA7,PA8</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LED_RED,GREEN/</a:t>
                      </a:r>
                    </a:p>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RELAY_REV,FWD</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sz="1100" b="0" i="0" u="none">
                          <a:solidFill>
                            <a:srgbClr val="2E4233"/>
                          </a:solidFill>
                          <a:latin typeface="IBM Plex Sans Arabic Medium" panose="020B0603050203000203" pitchFamily="34" charset="-78"/>
                          <a:cs typeface="IBM Plex Sans Arabic Medium" panose="020B0603050203000203" pitchFamily="34" charset="-78"/>
                        </a:rPr>
                        <a:t>خروجی دیجیتال</a:t>
                      </a:r>
                    </a:p>
                  </a:txBody>
                  <a:tcPr marL="63500" marR="63500" marT="25400" marB="25400" anchor="ctr">
                    <a:lnL>
                      <a:noFill/>
                    </a:lnL>
                    <a:lnR>
                      <a:noFill/>
                    </a:lnR>
                    <a:lnT>
                      <a:noFill/>
                    </a:lnT>
                    <a:lnB>
                      <a:noFill/>
                    </a:lnB>
                    <a:solidFill>
                      <a:srgbClr val="F4F8F5"/>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کنترل </a:t>
                      </a:r>
                      <a:r>
                        <a:rPr lang="en-US" sz="1100" b="0" i="0" u="none" dirty="0">
                          <a:solidFill>
                            <a:srgbClr val="2E4233"/>
                          </a:solidFill>
                          <a:latin typeface="IBM Plex Sans Arabic Medium" panose="020B0603050203000203" pitchFamily="34" charset="-78"/>
                          <a:cs typeface="IBM Plex Sans Arabic Medium" panose="020B0603050203000203" pitchFamily="34" charset="-78"/>
                        </a:rPr>
                        <a:t>LED </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ها و موتور های نوار نقاله </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extLst>
                  <a:ext uri="{0D108BD9-81ED-4DB2-BD59-A6C34878D82A}">
                    <a16:rowId xmlns:a16="http://schemas.microsoft.com/office/drawing/2014/main" val="10002"/>
                  </a:ext>
                </a:extLst>
              </a:tr>
              <a:tr h="457175">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PA1/ </a:t>
                      </a:r>
                      <a:r>
                        <a:rPr sz="1100" b="0" i="0" u="none" dirty="0">
                          <a:solidFill>
                            <a:srgbClr val="2E4233"/>
                          </a:solidFill>
                          <a:latin typeface="IBM Plex Sans Arabic Medium" panose="020B0603050203000203" pitchFamily="34" charset="-78"/>
                          <a:cs typeface="IBM Plex Sans Arabic Medium" panose="020B0603050203000203" pitchFamily="34" charset="-78"/>
                        </a:rPr>
                        <a:t>PA</a:t>
                      </a:r>
                      <a:r>
                        <a:rPr lang="en-US" sz="1100" b="0" i="0" u="none" dirty="0">
                          <a:solidFill>
                            <a:srgbClr val="2E4233"/>
                          </a:solidFill>
                          <a:latin typeface="IBM Plex Sans Arabic Medium" panose="020B0603050203000203" pitchFamily="34" charset="-78"/>
                          <a:cs typeface="IBM Plex Sans Arabic Medium" panose="020B0603050203000203" pitchFamily="34" charset="-78"/>
                        </a:rPr>
                        <a:t>4</a:t>
                      </a:r>
                      <a:r>
                        <a:rPr sz="1100" b="0" i="0" u="none" dirty="0">
                          <a:solidFill>
                            <a:srgbClr val="2E4233"/>
                          </a:solidFill>
                          <a:latin typeface="IBM Plex Sans Arabic Medium" panose="020B0603050203000203" pitchFamily="34" charset="-78"/>
                          <a:cs typeface="IBM Plex Sans Arabic Medium" panose="020B0603050203000203" pitchFamily="34" charset="-78"/>
                        </a:rPr>
                        <a:t> / PA</a:t>
                      </a:r>
                      <a:r>
                        <a:rPr lang="en-US" sz="1100" b="0" i="0" u="none" dirty="0">
                          <a:solidFill>
                            <a:srgbClr val="2E4233"/>
                          </a:solidFill>
                          <a:latin typeface="IBM Plex Sans Arabic Medium" panose="020B0603050203000203" pitchFamily="34" charset="-78"/>
                          <a:cs typeface="IBM Plex Sans Arabic Medium" panose="020B0603050203000203" pitchFamily="34" charset="-78"/>
                        </a:rPr>
                        <a:t>5</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COLOR / MOTION / ON_OFF</a:t>
                      </a:r>
                    </a:p>
                  </a:txBody>
                  <a:tcPr marL="63500" marR="63500" marT="25400" marB="25400" anchor="ctr">
                    <a:lnL>
                      <a:noFill/>
                    </a:lnL>
                    <a:lnR>
                      <a:noFill/>
                    </a:lnR>
                    <a:lnT>
                      <a:noFill/>
                    </a:lnT>
                    <a:lnB>
                      <a:noFill/>
                    </a:lnB>
                    <a:solidFill>
                      <a:srgbClr val="FFFFFF"/>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ورودی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دیجیتال</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اتصال به سنسور های دیجیتال مثل رنگ ، حرکت و دکمه خاموش و روشن</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457175">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USART1&amp;2</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DATA_TX / DATA_RX</a:t>
                      </a:r>
                    </a:p>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US_TX / US_TX</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خروجی و ورودی دیجیتال</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ارتباطات</a:t>
                      </a:r>
                      <a:r>
                        <a:rPr lang="en-US" sz="1100" b="0" i="0" u="none" dirty="0">
                          <a:solidFill>
                            <a:srgbClr val="2E4233"/>
                          </a:solidFill>
                          <a:latin typeface="IBM Plex Sans Arabic Medium" panose="020B0603050203000203" pitchFamily="34" charset="-78"/>
                          <a:cs typeface="IBM Plex Sans Arabic Medium" panose="020B0603050203000203" pitchFamily="34" charset="-78"/>
                        </a:rPr>
                        <a:t>UART </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برای ارسال گزارش و دریافت مقادیر سنسور </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extLst>
                  <a:ext uri="{0D108BD9-81ED-4DB2-BD59-A6C34878D82A}">
                    <a16:rowId xmlns:a16="http://schemas.microsoft.com/office/drawing/2014/main" val="10004"/>
                  </a:ext>
                </a:extLst>
              </a:tr>
              <a:tr h="457176">
                <a:tc>
                  <a:txBody>
                    <a:bodyPr/>
                    <a:lstStyle/>
                    <a:p>
                      <a:pPr algn="ctr" rtl="1"/>
                      <a:r>
                        <a:rPr sz="1100" b="0" i="0" u="none" dirty="0">
                          <a:solidFill>
                            <a:srgbClr val="2E4233"/>
                          </a:solidFill>
                          <a:latin typeface="IBM Plex Sans Arabic Medium" panose="020B0603050203000203" pitchFamily="34" charset="-78"/>
                          <a:cs typeface="IBM Plex Sans Arabic Medium" panose="020B0603050203000203" pitchFamily="34" charset="-78"/>
                        </a:rPr>
                        <a:t>PB10 .. PB15</a:t>
                      </a:r>
                    </a:p>
                  </a:txBody>
                  <a:tcPr marL="63500" marR="63500" marT="25400" marB="25400" anchor="ctr">
                    <a:lnL>
                      <a:noFill/>
                    </a:lnL>
                    <a:lnR>
                      <a:noFill/>
                    </a:lnR>
                    <a:lnT>
                      <a:noFill/>
                    </a:lnT>
                    <a:lnB>
                      <a:noFill/>
                    </a:lnB>
                    <a:solidFill>
                      <a:srgbClr val="FFFFFF"/>
                    </a:solidFill>
                  </a:tcPr>
                </a:tc>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RS / E / D4..D7</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sz="1100" b="0" i="0" u="none">
                          <a:solidFill>
                            <a:srgbClr val="2E4233"/>
                          </a:solidFill>
                          <a:latin typeface="IBM Plex Sans Arabic Medium" panose="020B0603050203000203" pitchFamily="34" charset="-78"/>
                          <a:cs typeface="IBM Plex Sans Arabic Medium" panose="020B0603050203000203" pitchFamily="34" charset="-78"/>
                        </a:rPr>
                        <a:t>خروجی دیجیتال</a:t>
                      </a:r>
                    </a:p>
                  </a:txBody>
                  <a:tcPr marL="63500" marR="63500" marT="25400" marB="25400" anchor="ctr">
                    <a:lnL>
                      <a:noFill/>
                    </a:lnL>
                    <a:lnR>
                      <a:noFill/>
                    </a:lnR>
                    <a:lnT>
                      <a:noFill/>
                    </a:lnT>
                    <a:lnB>
                      <a:noFill/>
                    </a:lnB>
                    <a:solidFill>
                      <a:srgbClr val="FFFFFF"/>
                    </a:solidFill>
                  </a:tcPr>
                </a:tc>
                <a:tc>
                  <a:txBody>
                    <a:bodyPr/>
                    <a:lstStyle/>
                    <a:p>
                      <a:pPr algn="ctr" rtl="1"/>
                      <a:r>
                        <a:rPr sz="1100" b="0" i="0" u="none" dirty="0" err="1">
                          <a:solidFill>
                            <a:srgbClr val="2E4233"/>
                          </a:solidFill>
                          <a:latin typeface="IBM Plex Sans Arabic Medium" panose="020B0603050203000203" pitchFamily="34" charset="-78"/>
                          <a:cs typeface="IBM Plex Sans Arabic Medium" panose="020B0603050203000203" pitchFamily="34" charset="-78"/>
                        </a:rPr>
                        <a:t>پین</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های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کنترلی</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lang="en-US" sz="1100" b="0" i="0" u="none" dirty="0">
                          <a:solidFill>
                            <a:srgbClr val="2E4233"/>
                          </a:solidFill>
                          <a:latin typeface="IBM Plex Sans Arabic Medium" panose="020B0603050203000203" pitchFamily="34" charset="-78"/>
                          <a:cs typeface="IBM Plex Sans Arabic Medium" panose="020B0603050203000203" pitchFamily="34" charset="-78"/>
                        </a:rPr>
                        <a:t>RS ,E</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a:solidFill>
                            <a:srgbClr val="2E4233"/>
                          </a:solidFill>
                          <a:latin typeface="IBM Plex Sans Arabic Medium" panose="020B0603050203000203" pitchFamily="34" charset="-78"/>
                          <a:cs typeface="IBM Plex Sans Arabic Medium" panose="020B0603050203000203" pitchFamily="34" charset="-78"/>
                        </a:rPr>
                        <a:t> و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خطوط</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داده</a:t>
                      </a:r>
                      <a:r>
                        <a:rPr sz="1100" b="0" i="0" u="none" dirty="0">
                          <a:solidFill>
                            <a:srgbClr val="2E4233"/>
                          </a:solidFill>
                          <a:latin typeface="IBM Plex Sans Arabic Medium" panose="020B0603050203000203" pitchFamily="34" charset="-78"/>
                          <a:cs typeface="IBM Plex Sans Arabic Medium" panose="020B0603050203000203" pitchFamily="34" charset="-78"/>
                        </a:rPr>
                        <a:t> D4..D7</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نمایشگر</a:t>
                      </a:r>
                      <a:r>
                        <a:rPr sz="1100" b="0" i="0" u="none" dirty="0">
                          <a:solidFill>
                            <a:srgbClr val="2E4233"/>
                          </a:solidFill>
                          <a:latin typeface="IBM Plex Sans Arabic Medium" panose="020B0603050203000203" pitchFamily="34" charset="-78"/>
                          <a:cs typeface="IBM Plex Sans Arabic Medium" panose="020B0603050203000203" pitchFamily="34" charset="-78"/>
                        </a:rPr>
                        <a:t> LCD 20x4</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5"/>
                  </a:ext>
                </a:extLst>
              </a:tr>
            </a:tbl>
          </a:graphicData>
        </a:graphic>
      </p:graphicFrame>
      <p:pic>
        <p:nvPicPr>
          <p:cNvPr id="4" name="Picture 3">
            <a:extLst>
              <a:ext uri="{FF2B5EF4-FFF2-40B4-BE49-F238E27FC236}">
                <a16:creationId xmlns:a16="http://schemas.microsoft.com/office/drawing/2014/main" id="{C0481A2A-9911-2509-664B-7092978C459E}"/>
              </a:ext>
            </a:extLst>
          </p:cNvPr>
          <p:cNvPicPr>
            <a:picLocks noChangeAspect="1"/>
          </p:cNvPicPr>
          <p:nvPr/>
        </p:nvPicPr>
        <p:blipFill>
          <a:blip r:embed="rId3"/>
          <a:stretch>
            <a:fillRect/>
          </a:stretch>
        </p:blipFill>
        <p:spPr>
          <a:xfrm>
            <a:off x="4864852" y="3811798"/>
            <a:ext cx="2462296" cy="22828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39953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سامانه کنترل کیفیت محصول </a:t>
            </a:r>
            <a:r>
              <a:rPr kumimoji="0" lang="en-US"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بخش۲؛ منطق عملکرد و </a:t>
            </a:r>
            <a:r>
              <a:rPr kumimoji="0" lang="fa-IR" sz="2100" b="0" i="0" u="none" strike="noStrike" kern="1200" cap="none" spc="0" normalizeH="0" baseline="0" noProof="0" dirty="0" err="1">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الگوریتم</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77852"/>
            <a:ext cx="4310997" cy="4797326"/>
          </a:xfrm>
          <a:prstGeom prst="rect">
            <a:avLst/>
          </a:prstGeom>
        </p:spPr>
      </p:pic>
      <p:sp>
        <p:nvSpPr>
          <p:cNvPr id="4" name="TextBox 3"/>
          <p:cNvSpPr txBox="1"/>
          <p:nvPr/>
        </p:nvSpPr>
        <p:spPr>
          <a:xfrm>
            <a:off x="7264428" y="1277384"/>
            <a:ext cx="3971775"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۱. مراحل اولیه </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grpSp>
        <p:nvGrpSpPr>
          <p:cNvPr id="24" name="Group 23">
            <a:extLst>
              <a:ext uri="{FF2B5EF4-FFF2-40B4-BE49-F238E27FC236}">
                <a16:creationId xmlns:a16="http://schemas.microsoft.com/office/drawing/2014/main" id="{82303E9F-7A0B-9A21-524E-556CE55B0531}"/>
              </a:ext>
            </a:extLst>
          </p:cNvPr>
          <p:cNvGrpSpPr/>
          <p:nvPr/>
        </p:nvGrpSpPr>
        <p:grpSpPr>
          <a:xfrm>
            <a:off x="476250" y="1029075"/>
            <a:ext cx="4491975" cy="4797327"/>
            <a:chOff x="3889326" y="1030337"/>
            <a:chExt cx="3794075"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889326" y="1265335"/>
              <a:ext cx="3575000" cy="207535"/>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۲. خواندن مقادیر</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B3BF80DF-2263-74AE-FA28-F9F58B8BB50F}"/>
                </a:ext>
              </a:extLst>
            </p:cNvPr>
            <p:cNvSpPr txBox="1"/>
            <p:nvPr/>
          </p:nvSpPr>
          <p:spPr>
            <a:xfrm>
              <a:off x="4327476" y="1621101"/>
              <a:ext cx="3136850" cy="2042036"/>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نمونه برداری از سنسور: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مقدار آنالوگ از </a:t>
              </a:r>
              <a:r>
                <a:rPr kumimoji="0" lang="fa-IR" sz="1100" b="0" i="0" u="none" strike="noStrike" kern="1200" cap="none" spc="0" normalizeH="0" baseline="0" noProof="0" dirty="0" err="1">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پتانسیومتر</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(نماینده </a:t>
              </a:r>
              <a:r>
                <a:rPr kumimoji="0" lang="fa-IR" sz="1100" b="0" i="0" u="none" strike="noStrike" kern="1200" cap="none" spc="0" normalizeH="0" baseline="0" noProof="0" dirty="0" err="1">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سنسور</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های </a:t>
              </a:r>
              <a:r>
                <a:rPr kumimoji="0" lang="fa-IR" sz="1100" b="0" i="0" u="none" strike="noStrike" kern="1200" cap="none" spc="0" normalizeH="0" baseline="0" noProof="0" dirty="0" err="1">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آنالوگ</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خوانده می شود (بعد از تشخیص حرکت) و با سرعت 55.5 سایکل نمونه برداری میشود و بنابر سنسور مورد استفاده و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data sheet</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مقیاس بندی می 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تشخیص رنگ: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بجای سنسور رنگ از لاجیک استیت استفاده کردیم و مقدار آن را می خوانیم</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تشخیص طول:</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از سنسور اولتراسونیک برای تشخیص طول محصول نهایی استفاده می کنیم</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که با پروتکل</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UART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کار می کند.</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sp>
        <p:nvSpPr>
          <p:cNvPr id="14" name="TextBox 13">
            <a:extLst>
              <a:ext uri="{FF2B5EF4-FFF2-40B4-BE49-F238E27FC236}">
                <a16:creationId xmlns:a16="http://schemas.microsoft.com/office/drawing/2014/main" id="{5F7BEABE-D7EE-BFBD-A0A2-371A0AF1F569}"/>
              </a:ext>
            </a:extLst>
          </p:cNvPr>
          <p:cNvSpPr txBox="1"/>
          <p:nvPr/>
        </p:nvSpPr>
        <p:spPr>
          <a:xfrm>
            <a:off x="7522346" y="1653303"/>
            <a:ext cx="3713857" cy="2593723"/>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خاموش شدن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سیستم یک دکمه روشن و خاموش دارد برای مواقعی که کنترل کیفیت لزومی ندارد و نوار نقاله محصولات را بدون توجه به کیفیت انتقال دهد پس برای فعال شدن</a:t>
            </a:r>
            <a:r>
              <a:rPr lang="fa-IR" sz="1100" dirty="0">
                <a:solidFill>
                  <a:srgbClr val="3A523E"/>
                </a:solidFill>
                <a:latin typeface="IBM Plex Sans Arabic Medium" panose="020B0603050203000203" pitchFamily="34" charset="-78"/>
                <a:cs typeface="IBM Plex Sans Arabic Medium" panose="020B0603050203000203" pitchFamily="34" charset="-78"/>
              </a:rPr>
              <a: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لازم است ابتدا سیستم روشن 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تشخیص حرکت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حتی بعد از روشن شدن سیستم ممکن است سرعت تولید محصول کم باشد و سیستم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مدام مقادیر را چک کند بنابراین یک دکمه به نمایندگی سنسور حرکت وجود دارد تا</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اگر حرکت تشخیص داده شد سیستم شروع به کار کنه</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نحوه تعریف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این دو پایه به صورت</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interrupt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تعریف شدند تا سیستم زیاد شلوغ نباشد و فقط وقتی سیستم روشن است و حرکت تشخیص داده شد نمونه برداری شود</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spTree>
    <p:extLst>
      <p:ext uri="{BB962C8B-B14F-4D97-AF65-F5344CB8AC3E}">
        <p14:creationId xmlns:p14="http://schemas.microsoft.com/office/powerpoint/2010/main" val="3684565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سامانه کنترل کیفیت محصول </a:t>
            </a:r>
            <a:r>
              <a:rPr kumimoji="0" lang="en-US"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بخش‌۲؛ منطق عملکرد و </a:t>
            </a:r>
            <a:r>
              <a:rPr kumimoji="0" lang="fa-IR" sz="2100" b="0" i="0" u="none" strike="noStrike" kern="1200" cap="none" spc="0" normalizeH="0" baseline="0" noProof="0" dirty="0" err="1">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الگوریتم</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14115"/>
            <a:ext cx="4310997" cy="4797326"/>
          </a:xfrm>
          <a:prstGeom prst="rect">
            <a:avLst/>
          </a:prstGeom>
        </p:spPr>
      </p:pic>
      <p:pic>
        <p:nvPicPr>
          <p:cNvPr id="6" name="Picture 5" descr="image.png"/>
          <p:cNvPicPr>
            <a:picLocks noChangeAspect="1"/>
          </p:cNvPicPr>
          <p:nvPr/>
        </p:nvPicPr>
        <p:blipFill>
          <a:blip r:embed="rId4"/>
          <a:stretch>
            <a:fillRect/>
          </a:stretch>
        </p:blipFill>
        <p:spPr>
          <a:xfrm>
            <a:off x="10718431" y="1271291"/>
            <a:ext cx="597269" cy="495300"/>
          </a:xfrm>
          <a:prstGeom prst="rect">
            <a:avLst/>
          </a:prstGeom>
        </p:spPr>
      </p:pic>
      <p:sp>
        <p:nvSpPr>
          <p:cNvPr id="4" name="TextBox 3"/>
          <p:cNvSpPr txBox="1"/>
          <p:nvPr/>
        </p:nvSpPr>
        <p:spPr>
          <a:xfrm>
            <a:off x="7343924" y="1938041"/>
            <a:ext cx="3971775"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۱. خواندن و فیلترسازی دما</a:t>
            </a: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p:cNvSpPr txBox="1"/>
          <p:nvPr/>
        </p:nvSpPr>
        <p:spPr>
          <a:xfrm>
            <a:off x="7533055" y="2309516"/>
            <a:ext cx="3782644" cy="2385461"/>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نمونه‌برداری از سنسور: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سیگنال آنالوگ سنسور دما از طریق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پایه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PA0 / ADC1_IN0</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خوانده می‌شود.  مقدار خام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(بين ۰ تا ۴۰۹۵ در مد ۱۲ بیتی) دریافت و با فرمول خطی به ولتاژ و سپس به درجه سانتی‌گراد تبدیل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 بافر چرخشی: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برای کاهش نویز نمونه‌برداری آنالوگ و جلوگیری از نوسان ناگهانی عملگرها، از الگوریتم میانگین متحرک استفاده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آخرین نمونه‌های دما در یک بافر چرخشی با ظرفیت مشخص ذخیره می‌شوند.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در هر دور اجرای حلقه، نمونه جدید جایگزین قدیمی‌ترین نمونه شده و میانگین کل نمونه‌های بافر به عنوان دمای معتبر سیستم محاسبه می‌گردد. </a:t>
            </a:r>
            <a:endParaRPr kumimoji="0"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5" name="Picture 14" descr="image.png"/>
          <p:cNvPicPr>
            <a:picLocks noChangeAspect="1"/>
          </p:cNvPicPr>
          <p:nvPr/>
        </p:nvPicPr>
        <p:blipFill>
          <a:blip r:embed="rId5"/>
          <a:stretch>
            <a:fillRect/>
          </a:stretch>
        </p:blipFill>
        <p:spPr>
          <a:xfrm>
            <a:off x="10879794" y="1385591"/>
            <a:ext cx="321606" cy="266700"/>
          </a:xfrm>
          <a:prstGeom prst="rect">
            <a:avLst/>
          </a:prstGeom>
        </p:spPr>
      </p:pic>
      <p:grpSp>
        <p:nvGrpSpPr>
          <p:cNvPr id="24" name="Group 23">
            <a:extLst>
              <a:ext uri="{FF2B5EF4-FFF2-40B4-BE49-F238E27FC236}">
                <a16:creationId xmlns:a16="http://schemas.microsoft.com/office/drawing/2014/main" id="{82303E9F-7A0B-9A21-524E-556CE55B0531}"/>
              </a:ext>
            </a:extLst>
          </p:cNvPr>
          <p:cNvGrpSpPr/>
          <p:nvPr/>
        </p:nvGrpSpPr>
        <p:grpSpPr>
          <a:xfrm>
            <a:off x="476250" y="1029075"/>
            <a:ext cx="4491975" cy="4797327"/>
            <a:chOff x="3889326" y="1030337"/>
            <a:chExt cx="3794075"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pic>
          <p:nvPicPr>
            <p:cNvPr id="10" name="Picture 9" descr="image.png">
              <a:extLst>
                <a:ext uri="{FF2B5EF4-FFF2-40B4-BE49-F238E27FC236}">
                  <a16:creationId xmlns:a16="http://schemas.microsoft.com/office/drawing/2014/main" id="{91BC4F8F-B178-12B5-A283-D53747D66801}"/>
                </a:ext>
              </a:extLst>
            </p:cNvPr>
            <p:cNvPicPr>
              <a:picLocks noChangeAspect="1"/>
            </p:cNvPicPr>
            <p:nvPr/>
          </p:nvPicPr>
          <p:blipFill>
            <a:blip r:embed="rId4"/>
            <a:stretch>
              <a:fillRect/>
            </a:stretch>
          </p:blipFill>
          <p:spPr>
            <a:xfrm>
              <a:off x="6969027" y="1287513"/>
              <a:ext cx="495300" cy="49530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889326" y="1954263"/>
              <a:ext cx="3575000"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۲. منطق کنترل دما و عملگر سرمایشی/گرمایشی</a:t>
              </a: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B3BF80DF-2263-74AE-FA28-F9F58B8BB50F}"/>
                </a:ext>
              </a:extLst>
            </p:cNvPr>
            <p:cNvSpPr txBox="1"/>
            <p:nvPr/>
          </p:nvSpPr>
          <p:spPr>
            <a:xfrm>
              <a:off x="4327476" y="2325738"/>
              <a:ext cx="3136850" cy="2385461"/>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مقایسه با آستانه تولرانس:</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سیستم دمای میانگین محاسبه‌شده را با دمای هدف</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 درصد تولرانس مجاز مقایسه می‌کند.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تصمیم‌گیری برای عملگرها:</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اگر دمای میانگین &gt; حد بالا: فن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PIN_FAN</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PA1</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هیتر خاموش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اگر دمای میانگین &lt; حد پایین: هیتر</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PIN_HEATER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PA2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فن خاموش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اگر دما در محدوده امن باشد: هر دو عملگر فن و هیتر خاموش می‌مانند. </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pic>
        <p:nvPicPr>
          <p:cNvPr id="13" name="Picture 12" descr="image.png">
            <a:extLst>
              <a:ext uri="{FF2B5EF4-FFF2-40B4-BE49-F238E27FC236}">
                <a16:creationId xmlns:a16="http://schemas.microsoft.com/office/drawing/2014/main" id="{5213B54F-FC6E-CB75-188E-3C86FEC84D46}"/>
              </a:ext>
            </a:extLst>
          </p:cNvPr>
          <p:cNvPicPr>
            <a:picLocks noChangeAspect="1"/>
          </p:cNvPicPr>
          <p:nvPr/>
        </p:nvPicPr>
        <p:blipFill>
          <a:blip r:embed="rId5"/>
          <a:stretch>
            <a:fillRect/>
          </a:stretch>
        </p:blipFill>
        <p:spPr>
          <a:xfrm>
            <a:off x="4357193" y="1429147"/>
            <a:ext cx="315758" cy="266700"/>
          </a:xfrm>
          <a:prstGeom prst="rect">
            <a:avLst/>
          </a:prstGeom>
        </p:spPr>
      </p:pic>
      <p:grpSp>
        <p:nvGrpSpPr>
          <p:cNvPr id="14" name="Group 13">
            <a:extLst>
              <a:ext uri="{FF2B5EF4-FFF2-40B4-BE49-F238E27FC236}">
                <a16:creationId xmlns:a16="http://schemas.microsoft.com/office/drawing/2014/main" id="{0C499AC4-F49C-F32B-1D54-1ECDE895D919}"/>
              </a:ext>
            </a:extLst>
          </p:cNvPr>
          <p:cNvGrpSpPr/>
          <p:nvPr/>
        </p:nvGrpSpPr>
        <p:grpSpPr>
          <a:xfrm>
            <a:off x="578870" y="1014115"/>
            <a:ext cx="4389617" cy="4797326"/>
            <a:chOff x="7211833" y="1030337"/>
            <a:chExt cx="4389617" cy="4797326"/>
          </a:xfrm>
        </p:grpSpPr>
        <p:pic>
          <p:nvPicPr>
            <p:cNvPr id="3" name="Picture 2" descr="image.png"/>
            <p:cNvPicPr>
              <a:picLocks noChangeAspect="1"/>
            </p:cNvPicPr>
            <p:nvPr/>
          </p:nvPicPr>
          <p:blipFill>
            <a:blip r:embed="rId3"/>
            <a:stretch>
              <a:fillRect/>
            </a:stretch>
          </p:blipFill>
          <p:spPr>
            <a:xfrm>
              <a:off x="7211833" y="1030337"/>
              <a:ext cx="4389617" cy="4797326"/>
            </a:xfrm>
            <a:prstGeom prst="rect">
              <a:avLst/>
            </a:prstGeom>
          </p:spPr>
        </p:pic>
        <p:sp>
          <p:nvSpPr>
            <p:cNvPr id="17" name="TextBox 16"/>
            <p:cNvSpPr txBox="1"/>
            <p:nvPr/>
          </p:nvSpPr>
          <p:spPr>
            <a:xfrm>
              <a:off x="8145833" y="1285511"/>
              <a:ext cx="3293692"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۴. کنترل </a:t>
              </a:r>
              <a:r>
                <a:rPr kumimoji="0" lang="fa-IR" sz="1400" b="1" i="0" u="none" strike="noStrike" kern="1200" cap="none" spc="0" normalizeH="0" baseline="0" noProof="0" dirty="0" err="1">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عملگر</a:t>
              </a: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 ها</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8" name="TextBox 17"/>
            <p:cNvSpPr txBox="1"/>
            <p:nvPr/>
          </p:nvSpPr>
          <p:spPr>
            <a:xfrm>
              <a:off x="7573798" y="1578719"/>
              <a:ext cx="3822175" cy="2593723"/>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دو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رشته ای بزرگ وجود دارد برای مشخص کردن صحت بیا خرابی محصول که اگر محصول سالم بود مدتی چراغ سبز و اگر خراب بود مدتی چراغ قرمز روشن می شود تا اعلام وضعیت فیزیکی کند و نتیجه را با مقدار های </a:t>
              </a:r>
              <a:r>
                <a:rPr kumimoji="0" lang="fa-IR" sz="1100" b="0" i="0" u="none" strike="noStrike" kern="1200" cap="none" spc="0" normalizeH="0" baseline="0" noProof="0" dirty="0" err="1">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سنسور</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ها(مثلا قطعه سالم به فرم رشته وزن: رنگ : طول : ) توسط</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UART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به برنامه مدیریت و ترمینال مجازی گزارش بدهد البته یک آرایه به طول 20 وجود دارد که وضعیت 20 محصول اخر را نگه می دارد که توسط</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UART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به ترمینال مجازی و برنامه مدیریت گزارش می دهد(مقادیر کل و مقادیر سالم و خراب نیز فرستاده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 در</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LCD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وضعیت هر قطعه را گزارش می دهد توسط ارتباط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4-bit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در نهایت اگر قطعه خراب بود رله رو فعال می کند تا موتور</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DC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جهت نوار نقاله را بچرخاند تا محصول خراب جدا شود سپس بعد از مدت زمان معلوم (که به سرعت نوار نقاله بستگی دارد) رله دوم فعال می شود تا مسیر را به جای اصلی خود برگرداند</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pic>
        <p:nvPicPr>
          <p:cNvPr id="22" name="Picture 21" descr="image.png">
            <a:extLst>
              <a:ext uri="{FF2B5EF4-FFF2-40B4-BE49-F238E27FC236}">
                <a16:creationId xmlns:a16="http://schemas.microsoft.com/office/drawing/2014/main" id="{9A50A26B-FCC3-6A82-2DFC-576DE9D8C9CF}"/>
              </a:ext>
            </a:extLst>
          </p:cNvPr>
          <p:cNvPicPr>
            <a:picLocks noChangeAspect="1"/>
          </p:cNvPicPr>
          <p:nvPr/>
        </p:nvPicPr>
        <p:blipFill>
          <a:blip r:embed="rId3"/>
          <a:stretch>
            <a:fillRect/>
          </a:stretch>
        </p:blipFill>
        <p:spPr>
          <a:xfrm>
            <a:off x="6948583" y="999734"/>
            <a:ext cx="4586191" cy="4807128"/>
          </a:xfrm>
          <a:prstGeom prst="rect">
            <a:avLst/>
          </a:prstGeom>
        </p:spPr>
      </p:pic>
      <p:sp>
        <p:nvSpPr>
          <p:cNvPr id="26" name="TextBox 25">
            <a:extLst>
              <a:ext uri="{FF2B5EF4-FFF2-40B4-BE49-F238E27FC236}">
                <a16:creationId xmlns:a16="http://schemas.microsoft.com/office/drawing/2014/main" id="{222C8477-209E-3EC0-E38A-271EC7D65249}"/>
              </a:ext>
            </a:extLst>
          </p:cNvPr>
          <p:cNvSpPr txBox="1"/>
          <p:nvPr/>
        </p:nvSpPr>
        <p:spPr>
          <a:xfrm>
            <a:off x="7801864" y="1299650"/>
            <a:ext cx="3575000"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۳. منطق کنترل کیفیت محصول</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7" name="TextBox 26">
            <a:extLst>
              <a:ext uri="{FF2B5EF4-FFF2-40B4-BE49-F238E27FC236}">
                <a16:creationId xmlns:a16="http://schemas.microsoft.com/office/drawing/2014/main" id="{AC7389C7-D4B1-DD1D-7FA6-9AE18CC3BEDF}"/>
              </a:ext>
            </a:extLst>
          </p:cNvPr>
          <p:cNvSpPr txBox="1"/>
          <p:nvPr/>
        </p:nvSpPr>
        <p:spPr>
          <a:xfrm>
            <a:off x="7308916" y="1652291"/>
            <a:ext cx="4067948" cy="1721690"/>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مقایسه مقدار آنالوگ با بازه مقدار مطلوب:</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مقدار خوانده شده از سنسور را بعد از تبدیل به دیجیتال با مقدار مطلوبی که در کد وجود دارد(از کنترلر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main</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دریافت می شود) مقایسه کرده و مقدار یک مقدار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صفر یا یک مشخص می کند که قطعه وزن مطلوبی دارد یا نه</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مقدار های دیجیتال یا با پروتکل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مقداری که فقط از سنسور معمولی دیجیتال می آید را با مقدار مطلوب (صفر یا یک)</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مقایسه می کنیم و در نتیجه خودش یا نقیضش وارد شرط میشود و سنسور های با پروتکل مثل موارد آنالوگ با بازه مقایسه می شود</a:t>
            </a:r>
          </a:p>
        </p:txBody>
      </p:sp>
    </p:spTree>
    <p:extLst>
      <p:ext uri="{BB962C8B-B14F-4D97-AF65-F5344CB8AC3E}">
        <p14:creationId xmlns:p14="http://schemas.microsoft.com/office/powerpoint/2010/main" val="2022222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004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سامانه کنترل کیفیت محصول </a:t>
            </a:r>
            <a:r>
              <a:rPr kumimoji="0" lang="en-US" sz="975" b="0" i="0" u="none" strike="noStrike" kern="1200" cap="none" spc="0" normalizeH="0" baseline="0" noProof="0" dirty="0">
                <a:ln>
                  <a:noFill/>
                </a:ln>
                <a:solidFill>
                  <a:srgbClr val="598561"/>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بخش‌۲؛ شبیه سازی و پیاده سازی سخت افزاری</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57A9A2BA-2A32-B00E-9C97-C6A5FF1CE67E}"/>
              </a:ext>
            </a:extLst>
          </p:cNvPr>
          <p:cNvSpPr txBox="1"/>
          <p:nvPr/>
        </p:nvSpPr>
        <p:spPr>
          <a:xfrm>
            <a:off x="7439940" y="1247438"/>
            <a:ext cx="4422913" cy="3577903"/>
          </a:xfrm>
          <a:prstGeom prst="rect">
            <a:avLst/>
          </a:prstGeom>
          <a:noFill/>
        </p:spPr>
        <p:txBody>
          <a:bodyPr wrap="square" rtlCol="0">
            <a:spAutoFit/>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err="1">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میکروکنترلر</a:t>
            </a: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STM32F103</a:t>
            </a: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هسته های اصلی پردازش و اجرای برنامه تک برده.</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نمایشگر</a:t>
            </a:r>
            <a:r>
              <a:rPr kumimoji="0" lang="en-US"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LCD 20x4</a:t>
            </a: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نمایش زمان شروع سیستم ، وضعیت آخرین محصول رد شده، تعداد کل، تعداد محصولات سالم </a:t>
            </a:r>
            <a:r>
              <a:rPr kumimoji="0" lang="fa-IR" sz="1400" b="0" i="0" u="none" strike="noStrike" kern="1200" cap="none" spc="0" normalizeH="0" baseline="0" noProof="0" dirty="0" err="1">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وخراب</a:t>
            </a:r>
            <a:endPar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سنسور فاصله سنج </a:t>
            </a:r>
            <a:r>
              <a:rPr kumimoji="0" lang="en-US"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:Ultra Sonic</a:t>
            </a: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مقدار طول محصول </a:t>
            </a: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رد شده</a:t>
            </a:r>
            <a:endPar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err="1">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عملگر</a:t>
            </a: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ها:</a:t>
            </a:r>
            <a:r>
              <a:rPr kumimoji="0" lang="en-US"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های رشته ای سبز و قرمز و رله های کنترل </a:t>
            </a: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r>
              <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کننده </a:t>
            </a:r>
            <a:r>
              <a:rPr kumimoji="0" lang="fa-IR" sz="1400" b="0" i="0" u="none" strike="noStrike" kern="1200" cap="none" spc="0" normalizeH="0" baseline="0" noProof="0" dirty="0" err="1">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ماتور</a:t>
            </a:r>
            <a:r>
              <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DC</a:t>
            </a:r>
            <a:endPar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ارتباط  </a:t>
            </a:r>
            <a:r>
              <a:rPr kumimoji="0" lang="en-US"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UART</a:t>
            </a:r>
            <a:r>
              <a:rPr kumimoji="0" lang="fa-IR" sz="1400" b="1"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برای گزارش وضعیت به ترمینال مجازی وبرنامه اصلی .</a:t>
            </a: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endPar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endPar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5" name="Picture 4">
            <a:extLst>
              <a:ext uri="{FF2B5EF4-FFF2-40B4-BE49-F238E27FC236}">
                <a16:creationId xmlns:a16="http://schemas.microsoft.com/office/drawing/2014/main" id="{F5799E9E-034B-7197-FBB8-90A70251E2B1}"/>
              </a:ext>
            </a:extLst>
          </p:cNvPr>
          <p:cNvPicPr>
            <a:picLocks noChangeAspect="1"/>
          </p:cNvPicPr>
          <p:nvPr/>
        </p:nvPicPr>
        <p:blipFill>
          <a:blip r:embed="rId3"/>
          <a:stretch>
            <a:fillRect/>
          </a:stretch>
        </p:blipFill>
        <p:spPr>
          <a:xfrm>
            <a:off x="398523" y="3454350"/>
            <a:ext cx="5634233" cy="2990986"/>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C3B260A5-8DAD-5639-9006-6C3C1474A6EF}"/>
              </a:ext>
            </a:extLst>
          </p:cNvPr>
          <p:cNvPicPr>
            <a:picLocks noChangeAspect="1"/>
          </p:cNvPicPr>
          <p:nvPr/>
        </p:nvPicPr>
        <p:blipFill>
          <a:blip r:embed="rId4"/>
          <a:stretch>
            <a:fillRect/>
          </a:stretch>
        </p:blipFill>
        <p:spPr>
          <a:xfrm>
            <a:off x="106517" y="142602"/>
            <a:ext cx="5634236" cy="29909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32657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STM32</a:t>
            </a:r>
            <a:endPar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بخش‌۳؛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4" name="TextBox 3">
            <a:extLst>
              <a:ext uri="{FF2B5EF4-FFF2-40B4-BE49-F238E27FC236}">
                <a16:creationId xmlns:a16="http://schemas.microsoft.com/office/drawing/2014/main" id="{372EDE37-9BD7-E844-0894-4C907EE15650}"/>
              </a:ext>
            </a:extLst>
          </p:cNvPr>
          <p:cNvSpPr txBox="1"/>
          <p:nvPr/>
        </p:nvSpPr>
        <p:spPr>
          <a:xfrm>
            <a:off x="1866485" y="2663647"/>
            <a:ext cx="8459027" cy="584775"/>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32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STM32</a:t>
            </a:r>
            <a:endParaRPr kumimoji="0" lang="fa-IR" sz="32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5" name="Rectangle: Rounded Corners 4">
            <a:extLst>
              <a:ext uri="{FF2B5EF4-FFF2-40B4-BE49-F238E27FC236}">
                <a16:creationId xmlns:a16="http://schemas.microsoft.com/office/drawing/2014/main" id="{AED5023D-FFFA-C74F-E834-6DCD78E3501B}"/>
              </a:ext>
            </a:extLst>
          </p:cNvPr>
          <p:cNvSpPr/>
          <p:nvPr/>
        </p:nvSpPr>
        <p:spPr>
          <a:xfrm>
            <a:off x="3277189" y="3357148"/>
            <a:ext cx="5812547" cy="379468"/>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a:extLst>
              <a:ext uri="{FF2B5EF4-FFF2-40B4-BE49-F238E27FC236}">
                <a16:creationId xmlns:a16="http://schemas.microsoft.com/office/drawing/2014/main" id="{BC6D63F5-D312-2C18-9884-D4E0233A9B7A}"/>
              </a:ext>
            </a:extLst>
          </p:cNvPr>
          <p:cNvSpPr txBox="1"/>
          <p:nvPr/>
        </p:nvSpPr>
        <p:spPr>
          <a:xfrm>
            <a:off x="3135463" y="3353308"/>
            <a:ext cx="6096000" cy="923330"/>
          </a:xfrm>
          <a:prstGeom prst="rect">
            <a:avLst/>
          </a:prstGeom>
          <a:noFill/>
        </p:spPr>
        <p:txBody>
          <a:bodyPr wrap="square">
            <a:spAutoFit/>
          </a:bodyPr>
          <a:lstStyle/>
          <a:p>
            <a:pPr marL="0" marR="0" lvl="0" indent="0" algn="ctr" defTabSz="457200" rtl="0" eaLnBrk="1" fontAlgn="auto" latinLnBrk="0" hangingPunct="1">
              <a:lnSpc>
                <a:spcPct val="100000"/>
              </a:lnSpc>
              <a:spcBef>
                <a:spcPts val="75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rPr>
              <a:t>مدیریت تردد، ثبت درخواست ها و داشبورد تعاملی سرکارگر</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fa-IR"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endParaRPr kumimoji="0" lang="en-US"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 name="TextBox 1">
            <a:extLst>
              <a:ext uri="{FF2B5EF4-FFF2-40B4-BE49-F238E27FC236}">
                <a16:creationId xmlns:a16="http://schemas.microsoft.com/office/drawing/2014/main" id="{FD65AA4E-FB66-AA43-DB72-EF77F75DD561}"/>
              </a:ext>
            </a:extLst>
          </p:cNvPr>
          <p:cNvSpPr txBox="1"/>
          <p:nvPr/>
        </p:nvSpPr>
        <p:spPr>
          <a:xfrm>
            <a:off x="2381249" y="3825229"/>
            <a:ext cx="7429500" cy="261610"/>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پیاده سازی نرم افزاری بر پایه ماشین وضعیت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State Machine</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و شبکه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Dual-UART</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p>
        </p:txBody>
      </p:sp>
      <p:pic>
        <p:nvPicPr>
          <p:cNvPr id="6146" name="Picture 2">
            <a:extLst>
              <a:ext uri="{FF2B5EF4-FFF2-40B4-BE49-F238E27FC236}">
                <a16:creationId xmlns:a16="http://schemas.microsoft.com/office/drawing/2014/main" id="{E08B50DC-99A7-A8C5-61AC-B1C91469E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5773" y="3884596"/>
            <a:ext cx="123825"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011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STM32</a:t>
            </a:r>
            <a:endPar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بخش‌۳؛ معماری نرم افزار و ماشین وضعیت</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8093124" y="2047279"/>
            <a:ext cx="3575000" cy="2215157"/>
          </a:xfrm>
          <a:prstGeom prst="rect">
            <a:avLst/>
          </a:prstGeom>
        </p:spPr>
      </p:pic>
      <p:pic>
        <p:nvPicPr>
          <p:cNvPr id="4" name="Picture 3" descr="image.png"/>
          <p:cNvPicPr>
            <a:picLocks noChangeAspect="1"/>
          </p:cNvPicPr>
          <p:nvPr/>
        </p:nvPicPr>
        <p:blipFill>
          <a:blip r:embed="rId4"/>
          <a:stretch>
            <a:fillRect/>
          </a:stretch>
        </p:blipFill>
        <p:spPr>
          <a:xfrm>
            <a:off x="4308574" y="2047279"/>
            <a:ext cx="3575000" cy="2215157"/>
          </a:xfrm>
          <a:prstGeom prst="rect">
            <a:avLst/>
          </a:prstGeom>
        </p:spPr>
      </p:pic>
      <p:pic>
        <p:nvPicPr>
          <p:cNvPr id="5" name="Picture 4" descr="image.png"/>
          <p:cNvPicPr>
            <a:picLocks noChangeAspect="1"/>
          </p:cNvPicPr>
          <p:nvPr/>
        </p:nvPicPr>
        <p:blipFill>
          <a:blip r:embed="rId5"/>
          <a:stretch>
            <a:fillRect/>
          </a:stretch>
        </p:blipFill>
        <p:spPr>
          <a:xfrm>
            <a:off x="524023" y="2047279"/>
            <a:ext cx="3575000" cy="2215157"/>
          </a:xfrm>
          <a:prstGeom prst="rect">
            <a:avLst/>
          </a:prstGeom>
        </p:spPr>
      </p:pic>
      <p:pic>
        <p:nvPicPr>
          <p:cNvPr id="8" name="Picture 7" descr="image.png"/>
          <p:cNvPicPr>
            <a:picLocks noChangeAspect="1"/>
          </p:cNvPicPr>
          <p:nvPr/>
        </p:nvPicPr>
        <p:blipFill>
          <a:blip r:embed="rId6"/>
          <a:stretch>
            <a:fillRect/>
          </a:stretch>
        </p:blipFill>
        <p:spPr>
          <a:xfrm>
            <a:off x="10953750" y="2304454"/>
            <a:ext cx="495300" cy="495300"/>
          </a:xfrm>
          <a:prstGeom prst="rect">
            <a:avLst/>
          </a:prstGeom>
        </p:spPr>
      </p:pic>
      <p:sp>
        <p:nvSpPr>
          <p:cNvPr id="10" name="TextBox 9"/>
          <p:cNvSpPr txBox="1"/>
          <p:nvPr/>
        </p:nvSpPr>
        <p:spPr>
          <a:xfrm>
            <a:off x="8155357" y="2971204"/>
            <a:ext cx="3293692" cy="215444"/>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main.c</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 State Machine</a:t>
            </a:r>
            <a:endParaRPr kumimoji="0" lang="en-US"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1" name="TextBox 10"/>
          <p:cNvSpPr txBox="1"/>
          <p:nvPr/>
        </p:nvSpPr>
        <p:spPr>
          <a:xfrm>
            <a:off x="8312199" y="3342679"/>
            <a:ext cx="3136850" cy="641394"/>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پیاده سازی هسته منطقی رابط کاربری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(UI)</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مبتنی بر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Enum</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مدیریت یکپارچه وضعیت های سیستم و پردازش بلادرنگ دستورات و منو های ترمینال.</a:t>
            </a:r>
            <a:endParaRPr kumimoji="0"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2" name="Picture 11" descr="image.png"/>
          <p:cNvPicPr>
            <a:picLocks noChangeAspect="1"/>
          </p:cNvPicPr>
          <p:nvPr/>
        </p:nvPicPr>
        <p:blipFill>
          <a:blip r:embed="rId7"/>
          <a:stretch>
            <a:fillRect/>
          </a:stretch>
        </p:blipFill>
        <p:spPr>
          <a:xfrm>
            <a:off x="7169199" y="2304454"/>
            <a:ext cx="495300" cy="495300"/>
          </a:xfrm>
          <a:prstGeom prst="rect">
            <a:avLst/>
          </a:prstGeom>
        </p:spPr>
      </p:pic>
      <p:sp>
        <p:nvSpPr>
          <p:cNvPr id="13" name="TextBox 12"/>
          <p:cNvSpPr txBox="1"/>
          <p:nvPr/>
        </p:nvSpPr>
        <p:spPr>
          <a:xfrm>
            <a:off x="4370806" y="2971204"/>
            <a:ext cx="3293692" cy="215444"/>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UART_Handler</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 Buffer Control</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5" name="TextBox 14"/>
          <p:cNvSpPr txBox="1"/>
          <p:nvPr/>
        </p:nvSpPr>
        <p:spPr>
          <a:xfrm>
            <a:off x="4527649" y="3262372"/>
            <a:ext cx="3136850" cy="859851"/>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مدیریت وقفه های سریال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100" b="0"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HAL_UART_RxCpltCallback</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به صورت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Non-blocking</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پیاده سازی </a:t>
            </a:r>
            <a:r>
              <a:rPr kumimoji="0" lang="fa-IR" sz="1100" b="0"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بافر</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های دریافت، مدیریت کلید های اصلاحی (مانند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Backspace</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و تفکیک پیام های منو از دیتا.</a:t>
            </a:r>
            <a:endPar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6" name="Picture 15" descr="image.png"/>
          <p:cNvPicPr>
            <a:picLocks noChangeAspect="1"/>
          </p:cNvPicPr>
          <p:nvPr/>
        </p:nvPicPr>
        <p:blipFill>
          <a:blip r:embed="rId6"/>
          <a:stretch>
            <a:fillRect/>
          </a:stretch>
        </p:blipFill>
        <p:spPr>
          <a:xfrm>
            <a:off x="3384649" y="2304454"/>
            <a:ext cx="495300" cy="495300"/>
          </a:xfrm>
          <a:prstGeom prst="rect">
            <a:avLst/>
          </a:prstGeom>
        </p:spPr>
      </p:pic>
      <p:sp>
        <p:nvSpPr>
          <p:cNvPr id="17" name="TextBox 16"/>
          <p:cNvSpPr txBox="1"/>
          <p:nvPr/>
        </p:nvSpPr>
        <p:spPr>
          <a:xfrm>
            <a:off x="586256" y="2971204"/>
            <a:ext cx="3293692" cy="215444"/>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فایل های لایه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HAL (</a:t>
            </a:r>
            <a:r>
              <a:rPr kumimoji="0" lang="en-US" sz="1400" b="1"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usart</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400" b="1"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gpio</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8" name="TextBox 17"/>
          <p:cNvSpPr txBox="1"/>
          <p:nvPr/>
        </p:nvSpPr>
        <p:spPr>
          <a:xfrm>
            <a:off x="743098" y="3342679"/>
            <a:ext cx="3136850" cy="631648"/>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پیکربندی سخت افزاری میکروکنترلر شامل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UART1</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برای ارتباط با ترمینال مجازی کارگران،</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UART3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برای تبادل اطلاعات با پایگاه داده مرکزی و</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GPIO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برای تایید سخت افزاری مرخصی ها.</a:t>
            </a:r>
            <a:endParaRPr kumimoji="0"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9" name="Picture 18" descr="image.png"/>
          <p:cNvPicPr>
            <a:picLocks noChangeAspect="1"/>
          </p:cNvPicPr>
          <p:nvPr/>
        </p:nvPicPr>
        <p:blipFill>
          <a:blip r:embed="rId8"/>
          <a:stretch>
            <a:fillRect/>
          </a:stretch>
        </p:blipFill>
        <p:spPr>
          <a:xfrm>
            <a:off x="11101387" y="2418754"/>
            <a:ext cx="200025" cy="266700"/>
          </a:xfrm>
          <a:prstGeom prst="rect">
            <a:avLst/>
          </a:prstGeom>
        </p:spPr>
      </p:pic>
      <p:pic>
        <p:nvPicPr>
          <p:cNvPr id="22" name="Picture 21" descr="image.png"/>
          <p:cNvPicPr>
            <a:picLocks noChangeAspect="1"/>
          </p:cNvPicPr>
          <p:nvPr/>
        </p:nvPicPr>
        <p:blipFill>
          <a:blip r:embed="rId9"/>
          <a:stretch>
            <a:fillRect/>
          </a:stretch>
        </p:blipFill>
        <p:spPr>
          <a:xfrm>
            <a:off x="7264449" y="2418754"/>
            <a:ext cx="304800" cy="266700"/>
          </a:xfrm>
          <a:prstGeom prst="rect">
            <a:avLst/>
          </a:prstGeom>
        </p:spPr>
      </p:pic>
      <p:pic>
        <p:nvPicPr>
          <p:cNvPr id="23" name="Picture 22" descr="image.png"/>
          <p:cNvPicPr>
            <a:picLocks noChangeAspect="1"/>
          </p:cNvPicPr>
          <p:nvPr/>
        </p:nvPicPr>
        <p:blipFill>
          <a:blip r:embed="rId10"/>
          <a:stretch>
            <a:fillRect/>
          </a:stretch>
        </p:blipFill>
        <p:spPr>
          <a:xfrm>
            <a:off x="3465611" y="2418754"/>
            <a:ext cx="333375" cy="266700"/>
          </a:xfrm>
          <a:prstGeom prst="rect">
            <a:avLst/>
          </a:prstGeom>
        </p:spPr>
      </p:pic>
    </p:spTree>
    <p:extLst>
      <p:ext uri="{BB962C8B-B14F-4D97-AF65-F5344CB8AC3E}">
        <p14:creationId xmlns:p14="http://schemas.microsoft.com/office/powerpoint/2010/main" val="174558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STM32</a:t>
            </a:r>
            <a:endPar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بخش‌۳؛ منطق سخت افزاری و پین‌ها</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graphicFrame>
        <p:nvGraphicFramePr>
          <p:cNvPr id="3" name="Table 2"/>
          <p:cNvGraphicFramePr>
            <a:graphicFrameLocks noGrp="1"/>
          </p:cNvGraphicFramePr>
          <p:nvPr>
            <p:extLst>
              <p:ext uri="{D42A27DB-BD31-4B8C-83A1-F6EECF244321}">
                <p14:modId xmlns:p14="http://schemas.microsoft.com/office/powerpoint/2010/main" val="2406576017"/>
              </p:ext>
            </p:extLst>
          </p:nvPr>
        </p:nvGraphicFramePr>
        <p:xfrm>
          <a:off x="590552" y="1038828"/>
          <a:ext cx="11125199" cy="2285875"/>
        </p:xfrm>
        <a:graphic>
          <a:graphicData uri="http://schemas.openxmlformats.org/drawingml/2006/table">
            <a:tbl>
              <a:tblPr firstRow="1" bandRow="1">
                <a:tableStyleId>{5C22544A-7EE6-4342-B048-85BDC9FD1C3A}</a:tableStyleId>
              </a:tblPr>
              <a:tblGrid>
                <a:gridCol w="2130772">
                  <a:extLst>
                    <a:ext uri="{9D8B030D-6E8A-4147-A177-3AD203B41FA5}">
                      <a16:colId xmlns:a16="http://schemas.microsoft.com/office/drawing/2014/main" val="20000"/>
                    </a:ext>
                  </a:extLst>
                </a:gridCol>
                <a:gridCol w="2452985">
                  <a:extLst>
                    <a:ext uri="{9D8B030D-6E8A-4147-A177-3AD203B41FA5}">
                      <a16:colId xmlns:a16="http://schemas.microsoft.com/office/drawing/2014/main" val="20001"/>
                    </a:ext>
                  </a:extLst>
                </a:gridCol>
                <a:gridCol w="1462465">
                  <a:extLst>
                    <a:ext uri="{9D8B030D-6E8A-4147-A177-3AD203B41FA5}">
                      <a16:colId xmlns:a16="http://schemas.microsoft.com/office/drawing/2014/main" val="20002"/>
                    </a:ext>
                  </a:extLst>
                </a:gridCol>
                <a:gridCol w="5078977">
                  <a:extLst>
                    <a:ext uri="{9D8B030D-6E8A-4147-A177-3AD203B41FA5}">
                      <a16:colId xmlns:a16="http://schemas.microsoft.com/office/drawing/2014/main" val="20003"/>
                    </a:ext>
                  </a:extLst>
                </a:gridCol>
              </a:tblGrid>
              <a:tr h="457175">
                <a:tc>
                  <a:txBody>
                    <a:bodyPr/>
                    <a:lstStyle/>
                    <a:p>
                      <a:pPr algn="ctr" rtl="1"/>
                      <a:r>
                        <a:rPr sz="1125" b="1" i="0" u="none" dirty="0" err="1">
                          <a:solidFill>
                            <a:srgbClr val="FFFFFF"/>
                          </a:solidFill>
                          <a:latin typeface="IBM Plex Sans Arabic Medium" panose="020B0603050203000203" pitchFamily="34" charset="-78"/>
                          <a:cs typeface="IBM Plex Sans Arabic Medium" panose="020B0603050203000203" pitchFamily="34" charset="-78"/>
                        </a:rPr>
                        <a:t>پورت</a:t>
                      </a:r>
                      <a:r>
                        <a:rPr sz="1125" b="1" i="0" u="none" dirty="0">
                          <a:solidFill>
                            <a:srgbClr val="FFFFFF"/>
                          </a:solidFill>
                          <a:latin typeface="IBM Plex Sans Arabic Medium" panose="020B0603050203000203" pitchFamily="34" charset="-78"/>
                          <a:cs typeface="IBM Plex Sans Arabic Medium" panose="020B0603050203000203" pitchFamily="34" charset="-78"/>
                        </a:rPr>
                        <a:t> / </a:t>
                      </a:r>
                      <a:r>
                        <a:rPr sz="1125" b="1" i="0" u="none" dirty="0" err="1">
                          <a:solidFill>
                            <a:srgbClr val="FFFFFF"/>
                          </a:solidFill>
                          <a:latin typeface="IBM Plex Sans Arabic Medium" panose="020B0603050203000203" pitchFamily="34" charset="-78"/>
                          <a:cs typeface="IBM Plex Sans Arabic Medium" panose="020B0603050203000203" pitchFamily="34" charset="-78"/>
                        </a:rPr>
                        <a:t>پین</a:t>
                      </a:r>
                      <a:endParaRPr sz="1125"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tc>
                  <a:txBody>
                    <a:bodyPr/>
                    <a:lstStyle/>
                    <a:p>
                      <a:pPr algn="ctr" rtl="1"/>
                      <a:r>
                        <a:rPr sz="1125" b="1" i="0" u="none">
                          <a:solidFill>
                            <a:srgbClr val="FFFFFF"/>
                          </a:solidFill>
                          <a:latin typeface="IBM Plex Sans Arabic Medium" panose="020B0603050203000203" pitchFamily="34" charset="-78"/>
                          <a:cs typeface="IBM Plex Sans Arabic Medium" panose="020B0603050203000203" pitchFamily="34" charset="-78"/>
                        </a:rPr>
                        <a:t>نام سیگنال</a:t>
                      </a:r>
                    </a:p>
                  </a:txBody>
                  <a:tcPr marL="63500" marR="63500" marT="25400" marB="25400" anchor="ctr">
                    <a:lnL>
                      <a:noFill/>
                    </a:lnL>
                    <a:lnR>
                      <a:noFill/>
                    </a:lnR>
                    <a:lnT>
                      <a:noFill/>
                    </a:lnT>
                    <a:lnB>
                      <a:noFill/>
                    </a:lnB>
                    <a:solidFill>
                      <a:srgbClr val="1B3320"/>
                    </a:solidFill>
                  </a:tcPr>
                </a:tc>
                <a:tc>
                  <a:txBody>
                    <a:bodyPr/>
                    <a:lstStyle/>
                    <a:p>
                      <a:pPr algn="ctr" rtl="1"/>
                      <a:r>
                        <a:rPr sz="1125" b="1" i="0" u="none" dirty="0" err="1">
                          <a:solidFill>
                            <a:srgbClr val="FFFFFF"/>
                          </a:solidFill>
                          <a:latin typeface="IBM Plex Sans Arabic Medium" panose="020B0603050203000203" pitchFamily="34" charset="-78"/>
                          <a:cs typeface="IBM Plex Sans Arabic Medium" panose="020B0603050203000203" pitchFamily="34" charset="-78"/>
                        </a:rPr>
                        <a:t>نوع</a:t>
                      </a:r>
                      <a:r>
                        <a:rPr sz="1125" b="1" i="0" u="none" dirty="0">
                          <a:solidFill>
                            <a:srgbClr val="FFFFFF"/>
                          </a:solidFill>
                          <a:latin typeface="IBM Plex Sans Arabic Medium" panose="020B0603050203000203" pitchFamily="34" charset="-78"/>
                          <a:cs typeface="IBM Plex Sans Arabic Medium" panose="020B0603050203000203" pitchFamily="34" charset="-78"/>
                        </a:rPr>
                        <a:t> </a:t>
                      </a:r>
                      <a:r>
                        <a:rPr sz="1125" b="1" i="0" u="none" dirty="0" err="1">
                          <a:solidFill>
                            <a:srgbClr val="FFFFFF"/>
                          </a:solidFill>
                          <a:latin typeface="IBM Plex Sans Arabic Medium" panose="020B0603050203000203" pitchFamily="34" charset="-78"/>
                          <a:cs typeface="IBM Plex Sans Arabic Medium" panose="020B0603050203000203" pitchFamily="34" charset="-78"/>
                        </a:rPr>
                        <a:t>عملکرد</a:t>
                      </a:r>
                      <a:endParaRPr sz="1125"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tc>
                  <a:txBody>
                    <a:bodyPr/>
                    <a:lstStyle/>
                    <a:p>
                      <a:pPr algn="ctr" rtl="1"/>
                      <a:r>
                        <a:rPr sz="1125" b="1" i="0" u="none" dirty="0" err="1">
                          <a:solidFill>
                            <a:srgbClr val="FFFFFF"/>
                          </a:solidFill>
                          <a:latin typeface="IBM Plex Sans Arabic Medium" panose="020B0603050203000203" pitchFamily="34" charset="-78"/>
                          <a:cs typeface="IBM Plex Sans Arabic Medium" panose="020B0603050203000203" pitchFamily="34" charset="-78"/>
                        </a:rPr>
                        <a:t>توضیحات</a:t>
                      </a:r>
                      <a:r>
                        <a:rPr sz="1125" b="1" i="0" u="none" dirty="0">
                          <a:solidFill>
                            <a:srgbClr val="FFFFFF"/>
                          </a:solidFill>
                          <a:latin typeface="IBM Plex Sans Arabic Medium" panose="020B0603050203000203" pitchFamily="34" charset="-78"/>
                          <a:cs typeface="IBM Plex Sans Arabic Medium" panose="020B0603050203000203" pitchFamily="34" charset="-78"/>
                        </a:rPr>
                        <a:t> و </a:t>
                      </a:r>
                      <a:r>
                        <a:rPr sz="1125" b="1" i="0" u="none" dirty="0" err="1">
                          <a:solidFill>
                            <a:srgbClr val="FFFFFF"/>
                          </a:solidFill>
                          <a:latin typeface="IBM Plex Sans Arabic Medium" panose="020B0603050203000203" pitchFamily="34" charset="-78"/>
                          <a:cs typeface="IBM Plex Sans Arabic Medium" panose="020B0603050203000203" pitchFamily="34" charset="-78"/>
                        </a:rPr>
                        <a:t>قطعه</a:t>
                      </a:r>
                      <a:r>
                        <a:rPr sz="1125" b="1" i="0" u="none" dirty="0">
                          <a:solidFill>
                            <a:srgbClr val="FFFFFF"/>
                          </a:solidFill>
                          <a:latin typeface="IBM Plex Sans Arabic Medium" panose="020B0603050203000203" pitchFamily="34" charset="-78"/>
                          <a:cs typeface="IBM Plex Sans Arabic Medium" panose="020B0603050203000203" pitchFamily="34" charset="-78"/>
                        </a:rPr>
                        <a:t> </a:t>
                      </a:r>
                      <a:r>
                        <a:rPr sz="1125" b="1" i="0" u="none" dirty="0" err="1">
                          <a:solidFill>
                            <a:srgbClr val="FFFFFF"/>
                          </a:solidFill>
                          <a:latin typeface="IBM Plex Sans Arabic Medium" panose="020B0603050203000203" pitchFamily="34" charset="-78"/>
                          <a:cs typeface="IBM Plex Sans Arabic Medium" panose="020B0603050203000203" pitchFamily="34" charset="-78"/>
                        </a:rPr>
                        <a:t>متصل</a:t>
                      </a:r>
                      <a:r>
                        <a:rPr sz="1125" b="1" i="0" u="none" dirty="0">
                          <a:solidFill>
                            <a:srgbClr val="FFFFFF"/>
                          </a:solidFill>
                          <a:latin typeface="IBM Plex Sans Arabic Medium" panose="020B0603050203000203" pitchFamily="34" charset="-78"/>
                          <a:cs typeface="IBM Plex Sans Arabic Medium" panose="020B0603050203000203" pitchFamily="34" charset="-78"/>
                        </a:rPr>
                        <a:t> </a:t>
                      </a:r>
                      <a:r>
                        <a:rPr sz="1125" b="1" i="0" u="none" dirty="0" err="1">
                          <a:solidFill>
                            <a:srgbClr val="FFFFFF"/>
                          </a:solidFill>
                          <a:latin typeface="IBM Plex Sans Arabic Medium" panose="020B0603050203000203" pitchFamily="34" charset="-78"/>
                          <a:cs typeface="IBM Plex Sans Arabic Medium" panose="020B0603050203000203" pitchFamily="34" charset="-78"/>
                        </a:rPr>
                        <a:t>شده</a:t>
                      </a:r>
                      <a:endParaRPr sz="1125"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1B3320"/>
                    </a:solidFill>
                  </a:tcPr>
                </a:tc>
                <a:extLst>
                  <a:ext uri="{0D108BD9-81ED-4DB2-BD59-A6C34878D82A}">
                    <a16:rowId xmlns:a16="http://schemas.microsoft.com/office/drawing/2014/main" val="10000"/>
                  </a:ext>
                </a:extLst>
              </a:tr>
              <a:tr h="457175">
                <a:tc>
                  <a:txBody>
                    <a:bodyPr/>
                    <a:lstStyle/>
                    <a:p>
                      <a:pPr algn="ctr" rtl="1"/>
                      <a:r>
                        <a:rPr lang="en-US" sz="1100" dirty="0">
                          <a:latin typeface="IBM Plex Sans Arabic Medium" panose="020B0603050203000203" pitchFamily="34" charset="-78"/>
                          <a:cs typeface="IBM Plex Sans Arabic Medium" panose="020B0603050203000203" pitchFamily="34" charset="-78"/>
                        </a:rPr>
                        <a:t>PA9 / PA10</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en-US" sz="1100" dirty="0">
                          <a:latin typeface="IBM Plex Sans Arabic Medium" panose="020B0603050203000203" pitchFamily="34" charset="-78"/>
                          <a:cs typeface="IBM Plex Sans Arabic Medium" panose="020B0603050203000203" pitchFamily="34" charset="-78"/>
                        </a:rPr>
                        <a:t>USART1_TX / USART1_RX</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fa-IR" sz="1100" dirty="0">
                          <a:latin typeface="IBM Plex Sans Arabic Medium" panose="020B0603050203000203" pitchFamily="34" charset="-78"/>
                          <a:cs typeface="IBM Plex Sans Arabic Medium" panose="020B0603050203000203" pitchFamily="34" charset="-78"/>
                        </a:rPr>
                        <a:t>ارتباط سریال</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fa-IR" sz="1100" dirty="0">
                          <a:latin typeface="IBM Plex Sans Arabic Medium" panose="020B0603050203000203" pitchFamily="34" charset="-78"/>
                          <a:cs typeface="IBM Plex Sans Arabic Medium" panose="020B0603050203000203" pitchFamily="34" charset="-78"/>
                        </a:rPr>
                        <a:t>اتصال به ترمینال مجازی (</a:t>
                      </a:r>
                      <a:r>
                        <a:rPr lang="en-US" sz="1100" dirty="0">
                          <a:latin typeface="IBM Plex Sans Arabic Medium" panose="020B0603050203000203" pitchFamily="34" charset="-78"/>
                          <a:cs typeface="IBM Plex Sans Arabic Medium" panose="020B0603050203000203" pitchFamily="34" charset="-78"/>
                        </a:rPr>
                        <a:t>Virtual Terminal</a:t>
                      </a:r>
                      <a:r>
                        <a:rPr lang="fa-IR" sz="1100" dirty="0">
                          <a:latin typeface="IBM Plex Sans Arabic Medium" panose="020B0603050203000203" pitchFamily="34" charset="-78"/>
                          <a:cs typeface="IBM Plex Sans Arabic Medium" panose="020B0603050203000203" pitchFamily="34" charset="-78"/>
                        </a:rPr>
                        <a:t>)</a:t>
                      </a:r>
                      <a:r>
                        <a:rPr lang="en-US" sz="1100" dirty="0">
                          <a:latin typeface="IBM Plex Sans Arabic Medium" panose="020B0603050203000203" pitchFamily="34" charset="-78"/>
                          <a:cs typeface="IBM Plex Sans Arabic Medium" panose="020B0603050203000203" pitchFamily="34" charset="-78"/>
                        </a:rPr>
                        <a:t> </a:t>
                      </a:r>
                      <a:r>
                        <a:rPr lang="fa-IR" sz="1100" dirty="0">
                          <a:latin typeface="IBM Plex Sans Arabic Medium" panose="020B0603050203000203" pitchFamily="34" charset="-78"/>
                          <a:cs typeface="IBM Plex Sans Arabic Medium" panose="020B0603050203000203" pitchFamily="34" charset="-78"/>
                        </a:rPr>
                        <a:t>جهت تعامل متنی با کاربر، دریافت کلید ها و نمایش منو ها</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457175">
                <a:tc>
                  <a:txBody>
                    <a:bodyPr/>
                    <a:lstStyle/>
                    <a:p>
                      <a:pPr algn="ctr" rtl="1"/>
                      <a:r>
                        <a:rPr lang="en-US" sz="1100" dirty="0">
                          <a:latin typeface="IBM Plex Sans Arabic Medium" panose="020B0603050203000203" pitchFamily="34" charset="-78"/>
                          <a:cs typeface="IBM Plex Sans Arabic Medium" panose="020B0603050203000203" pitchFamily="34" charset="-78"/>
                        </a:rPr>
                        <a:t>PB10</a:t>
                      </a:r>
                      <a:r>
                        <a:rPr sz="1087" b="0" i="0" u="none" dirty="0">
                          <a:solidFill>
                            <a:srgbClr val="2E4233"/>
                          </a:solidFill>
                          <a:latin typeface="IBM Plex Sans Arabic Medium" panose="020B0603050203000203" pitchFamily="34" charset="-78"/>
                          <a:cs typeface="IBM Plex Sans Arabic Medium" panose="020B0603050203000203" pitchFamily="34" charset="-78"/>
                        </a:rPr>
                        <a:t> / </a:t>
                      </a:r>
                      <a:r>
                        <a:rPr lang="en-US" sz="1100" dirty="0">
                          <a:latin typeface="IBM Plex Sans Arabic Medium" panose="020B0603050203000203" pitchFamily="34" charset="-78"/>
                          <a:cs typeface="IBM Plex Sans Arabic Medium" panose="020B0603050203000203" pitchFamily="34" charset="-78"/>
                        </a:rPr>
                        <a:t>PB11</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en-US" sz="1050" dirty="0">
                          <a:latin typeface="IBM Plex Sans Arabic Medium" panose="020B0603050203000203" pitchFamily="34" charset="-78"/>
                          <a:cs typeface="IBM Plex Sans Arabic Medium" panose="020B0603050203000203" pitchFamily="34" charset="-78"/>
                        </a:rPr>
                        <a:t>USART3_TX / USART3_RX</a:t>
                      </a:r>
                      <a:endParaRPr lang="en-US" sz="105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fa-IR" sz="1100" dirty="0">
                          <a:latin typeface="IBM Plex Sans Arabic Medium" panose="020B0603050203000203" pitchFamily="34" charset="-78"/>
                          <a:cs typeface="IBM Plex Sans Arabic Medium" panose="020B0603050203000203" pitchFamily="34" charset="-78"/>
                        </a:rPr>
                        <a:t>ارتباط سریال</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fa-IR" sz="1100" dirty="0">
                          <a:latin typeface="IBM Plex Sans Arabic Medium" panose="020B0603050203000203" pitchFamily="34" charset="-78"/>
                          <a:cs typeface="IBM Plex Sans Arabic Medium" panose="020B0603050203000203" pitchFamily="34" charset="-78"/>
                        </a:rPr>
                        <a:t>ارتباط ضربدری با ماژول </a:t>
                      </a:r>
                      <a:r>
                        <a:rPr lang="en-US" sz="1100" dirty="0">
                          <a:latin typeface="IBM Plex Sans Arabic Medium" panose="020B0603050203000203" pitchFamily="34" charset="-78"/>
                          <a:cs typeface="IBM Plex Sans Arabic Medium" panose="020B0603050203000203" pitchFamily="34" charset="-78"/>
                        </a:rPr>
                        <a:t>COMPIM</a:t>
                      </a:r>
                      <a:r>
                        <a:rPr lang="fa-IR" sz="1100" dirty="0">
                          <a:latin typeface="IBM Plex Sans Arabic Medium" panose="020B0603050203000203" pitchFamily="34" charset="-78"/>
                          <a:cs typeface="IBM Plex Sans Arabic Medium" panose="020B0603050203000203" pitchFamily="34" charset="-78"/>
                        </a:rPr>
                        <a:t> برای اتصال به پایگاه داده مرکزی و ثبت رکورد ها</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extLst>
                  <a:ext uri="{0D108BD9-81ED-4DB2-BD59-A6C34878D82A}">
                    <a16:rowId xmlns:a16="http://schemas.microsoft.com/office/drawing/2014/main" val="10002"/>
                  </a:ext>
                </a:extLst>
              </a:tr>
              <a:tr h="457175">
                <a:tc>
                  <a:txBody>
                    <a:bodyPr/>
                    <a:lstStyle/>
                    <a:p>
                      <a:pPr algn="ctr" rtl="1"/>
                      <a:r>
                        <a:rPr lang="en-US" sz="1100" dirty="0">
                          <a:latin typeface="IBM Plex Sans Arabic Medium" panose="020B0603050203000203" pitchFamily="34" charset="-78"/>
                          <a:cs typeface="IBM Plex Sans Arabic Medium" panose="020B0603050203000203" pitchFamily="34" charset="-78"/>
                        </a:rPr>
                        <a:t>PB0</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en-US" sz="1100" dirty="0">
                          <a:latin typeface="IBM Plex Sans Arabic Medium" panose="020B0603050203000203" pitchFamily="34" charset="-78"/>
                          <a:cs typeface="IBM Plex Sans Arabic Medium" panose="020B0603050203000203" pitchFamily="34" charset="-78"/>
                        </a:rPr>
                        <a:t>VACATION_CONFIRM</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fa-IR" sz="1100" dirty="0">
                          <a:latin typeface="IBM Plex Sans Arabic Medium" panose="020B0603050203000203" pitchFamily="34" charset="-78"/>
                          <a:cs typeface="IBM Plex Sans Arabic Medium" panose="020B0603050203000203" pitchFamily="34" charset="-78"/>
                        </a:rPr>
                        <a:t>ورودی دیجیتال</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fa-IR" sz="1100" dirty="0">
                          <a:latin typeface="IBM Plex Sans Arabic Medium" panose="020B0603050203000203" pitchFamily="34" charset="-78"/>
                          <a:cs typeface="IBM Plex Sans Arabic Medium" panose="020B0603050203000203" pitchFamily="34" charset="-78"/>
                        </a:rPr>
                        <a:t>شبیه سازی سخت افزاری کلید فیزیکی برای تایید یا رد درخواست مرخصی کارگران توسط مدیر</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457175">
                <a:tc>
                  <a:txBody>
                    <a:bodyPr/>
                    <a:lstStyle/>
                    <a:p>
                      <a:pPr algn="ctr" rtl="1"/>
                      <a:r>
                        <a:rPr lang="fa-IR" sz="1100" dirty="0">
                          <a:latin typeface="IBM Plex Sans Arabic Medium" panose="020B0603050203000203" pitchFamily="34" charset="-78"/>
                          <a:cs typeface="IBM Plex Sans Arabic Medium" panose="020B0603050203000203" pitchFamily="34" charset="-78"/>
                        </a:rPr>
                        <a:t>پین‌های آزاد </a:t>
                      </a:r>
                      <a:r>
                        <a:rPr lang="en-US" sz="1100" dirty="0">
                          <a:latin typeface="IBM Plex Sans Arabic Medium" panose="020B0603050203000203" pitchFamily="34" charset="-78"/>
                          <a:cs typeface="IBM Plex Sans Arabic Medium" panose="020B0603050203000203" pitchFamily="34" charset="-78"/>
                        </a:rPr>
                        <a:t>GPIO</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en-US" sz="1100" dirty="0">
                          <a:latin typeface="IBM Plex Sans Arabic Medium" panose="020B0603050203000203" pitchFamily="34" charset="-78"/>
                          <a:cs typeface="IBM Plex Sans Arabic Medium" panose="020B0603050203000203" pitchFamily="34" charset="-78"/>
                        </a:rPr>
                        <a:t>LCD_RS, EN, D4..D7</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fa-IR" sz="1100" dirty="0">
                          <a:latin typeface="IBM Plex Sans Arabic Medium" panose="020B0603050203000203" pitchFamily="34" charset="-78"/>
                          <a:cs typeface="IBM Plex Sans Arabic Medium" panose="020B0603050203000203" pitchFamily="34" charset="-78"/>
                        </a:rPr>
                        <a:t>خروجی دیجیتال</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fa-IR" sz="1100" dirty="0">
                          <a:latin typeface="IBM Plex Sans Arabic Medium" panose="020B0603050203000203" pitchFamily="34" charset="-78"/>
                          <a:cs typeface="IBM Plex Sans Arabic Medium" panose="020B0603050203000203" pitchFamily="34" charset="-78"/>
                        </a:rPr>
                        <a:t>ارسال پیام های وضعیت و اطلاعات هویتی کارگر به نمایشگر کاراکتری (</a:t>
                      </a:r>
                      <a:r>
                        <a:rPr lang="en-US" sz="1100" dirty="0">
                          <a:latin typeface="IBM Plex Sans Arabic Medium" panose="020B0603050203000203" pitchFamily="34" charset="-78"/>
                          <a:cs typeface="IBM Plex Sans Arabic Medium" panose="020B0603050203000203" pitchFamily="34" charset="-78"/>
                        </a:rPr>
                        <a:t>LCD</a:t>
                      </a:r>
                      <a:r>
                        <a:rPr lang="fa-IR" sz="1100" dirty="0">
                          <a:latin typeface="IBM Plex Sans Arabic Medium" panose="020B0603050203000203" pitchFamily="34" charset="-78"/>
                          <a:cs typeface="IBM Plex Sans Arabic Medium" panose="020B0603050203000203" pitchFamily="34" charset="-78"/>
                        </a:rPr>
                        <a:t>) جانبی</a:t>
                      </a:r>
                      <a:endParaRPr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extLst>
                  <a:ext uri="{0D108BD9-81ED-4DB2-BD59-A6C34878D82A}">
                    <a16:rowId xmlns:a16="http://schemas.microsoft.com/office/drawing/2014/main" val="10004"/>
                  </a:ext>
                </a:extLst>
              </a:tr>
            </a:tbl>
          </a:graphicData>
        </a:graphic>
      </p:graphicFrame>
      <p:pic>
        <p:nvPicPr>
          <p:cNvPr id="6" name="Picture 5">
            <a:extLst>
              <a:ext uri="{FF2B5EF4-FFF2-40B4-BE49-F238E27FC236}">
                <a16:creationId xmlns:a16="http://schemas.microsoft.com/office/drawing/2014/main" id="{E06893B7-99F8-9A42-BAC8-E303F095321A}"/>
              </a:ext>
            </a:extLst>
          </p:cNvPr>
          <p:cNvPicPr>
            <a:picLocks noChangeAspect="1"/>
          </p:cNvPicPr>
          <p:nvPr/>
        </p:nvPicPr>
        <p:blipFill>
          <a:blip r:embed="rId3"/>
          <a:stretch>
            <a:fillRect/>
          </a:stretch>
        </p:blipFill>
        <p:spPr>
          <a:xfrm>
            <a:off x="4686554" y="3509191"/>
            <a:ext cx="2818891" cy="2573770"/>
          </a:xfrm>
          <a:prstGeom prst="rect">
            <a:avLst/>
          </a:prstGeom>
        </p:spPr>
      </p:pic>
    </p:spTree>
    <p:extLst>
      <p:ext uri="{BB962C8B-B14F-4D97-AF65-F5344CB8AC3E}">
        <p14:creationId xmlns:p14="http://schemas.microsoft.com/office/powerpoint/2010/main" val="1650236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STM32</a:t>
            </a:r>
            <a:endPar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بخش‌۳؛ منطق عملکرد و الگوریتم‌های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09334" y="1014115"/>
            <a:ext cx="4310997" cy="4797326"/>
          </a:xfrm>
          <a:prstGeom prst="rect">
            <a:avLst/>
          </a:prstGeom>
        </p:spPr>
      </p:pic>
      <p:sp>
        <p:nvSpPr>
          <p:cNvPr id="4" name="TextBox 3"/>
          <p:cNvSpPr txBox="1"/>
          <p:nvPr/>
        </p:nvSpPr>
        <p:spPr>
          <a:xfrm>
            <a:off x="7279462" y="1263700"/>
            <a:ext cx="3971775" cy="215444"/>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۱.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مدیریت تردد و پنل کارگران</a:t>
            </a:r>
            <a:endParaRPr kumimoji="0" sz="1400"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p:cNvSpPr txBox="1"/>
          <p:nvPr/>
        </p:nvSpPr>
        <p:spPr>
          <a:xfrm>
            <a:off x="7533054" y="1652796"/>
            <a:ext cx="3782644" cy="1939698"/>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احراز هویت بلادرنگ: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دریافت شناسه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(ID)</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از طریق ترمینال متنی و ارسال آن به پایگاه داده مرکزی جهت صحت سنجی و استخراج نام کارگر.</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ثبت ورود و خروج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Clock-in/out</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ثبت دقیق زمان شروع و پایان شیفت کاری و پیاده سازی مکانیزم جلوگیری از ثبت رکورد های تکراری در پایگاه داده.</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یکپارچه سازی رابط کاربری با سخت افزار؛ بررسی وضعیت تایید یا رد مرخصی از طریق پایش لحظه ای وضعیت پین های ورودی میکروکنترلر (مانند پین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PB0</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endParaRPr kumimoji="0"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nvGrpSpPr>
          <p:cNvPr id="24" name="Group 23">
            <a:extLst>
              <a:ext uri="{FF2B5EF4-FFF2-40B4-BE49-F238E27FC236}">
                <a16:creationId xmlns:a16="http://schemas.microsoft.com/office/drawing/2014/main" id="{82303E9F-7A0B-9A21-524E-556CE55B0531}"/>
              </a:ext>
            </a:extLst>
          </p:cNvPr>
          <p:cNvGrpSpPr/>
          <p:nvPr/>
        </p:nvGrpSpPr>
        <p:grpSpPr>
          <a:xfrm>
            <a:off x="556707" y="1029075"/>
            <a:ext cx="4411518" cy="4797327"/>
            <a:chOff x="3957283" y="1030337"/>
            <a:chExt cx="3726118"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957283" y="1252384"/>
              <a:ext cx="3575000" cy="203894"/>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۲. </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نظارت مدیریتی و داشبورد اطلاعات</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B3BF80DF-2263-74AE-FA28-F9F58B8BB50F}"/>
                </a:ext>
              </a:extLst>
            </p:cNvPr>
            <p:cNvSpPr txBox="1"/>
            <p:nvPr/>
          </p:nvSpPr>
          <p:spPr>
            <a:xfrm>
              <a:off x="4259519" y="1543133"/>
              <a:ext cx="3272763" cy="2257580"/>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لاگین امن و کنترل دسترسی:</a:t>
              </a: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تغییر وضعیت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State</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سیستم به پنل مدیریتی تنها در صورت تایید نام کاربری و رمز عبور، جهت جلوگیری از دسترسی افراد غیرمجاز.</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مشاهده داشبورد یکپارچه: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امکان وارد کردن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ID</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کارگر توسط مدیر، فراخوانی اطلاعات هویتی و وضعیتی او از پایگاه داده و نمایش خط به خط آن روی ترمینال.</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مداخله مستقیم در نیروی کار:</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اعمال دسترسی های ویژه برای سرکارگر شامل: ثبت دستی غیبت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Register</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Absence</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خروج اجباری کارگران و فرمان توقف خط تولید در شرایط اضطراری.</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spTree>
    <p:extLst>
      <p:ext uri="{BB962C8B-B14F-4D97-AF65-F5344CB8AC3E}">
        <p14:creationId xmlns:p14="http://schemas.microsoft.com/office/powerpoint/2010/main" val="2631424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STM32</a:t>
            </a:r>
            <a:endPar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بخش‌۳؛ منطق عملکرد و </a:t>
            </a:r>
            <a:r>
              <a:rPr kumimoji="0" lang="fa-IR" sz="2100" b="0" i="0" u="none" strike="noStrike" kern="1200" cap="none" spc="0" normalizeH="0" baseline="0" noProof="0" dirty="0" err="1">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الگوریتم</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14115"/>
            <a:ext cx="4310997" cy="4797326"/>
          </a:xfrm>
          <a:prstGeom prst="rect">
            <a:avLst/>
          </a:prstGeom>
        </p:spPr>
      </p:pic>
      <p:pic>
        <p:nvPicPr>
          <p:cNvPr id="6" name="Picture 5" descr="image.png"/>
          <p:cNvPicPr>
            <a:picLocks noChangeAspect="1"/>
          </p:cNvPicPr>
          <p:nvPr/>
        </p:nvPicPr>
        <p:blipFill>
          <a:blip r:embed="rId4"/>
          <a:stretch>
            <a:fillRect/>
          </a:stretch>
        </p:blipFill>
        <p:spPr>
          <a:xfrm>
            <a:off x="10718431" y="1271291"/>
            <a:ext cx="597269" cy="495300"/>
          </a:xfrm>
          <a:prstGeom prst="rect">
            <a:avLst/>
          </a:prstGeom>
        </p:spPr>
      </p:pic>
      <p:sp>
        <p:nvSpPr>
          <p:cNvPr id="4" name="TextBox 3"/>
          <p:cNvSpPr txBox="1"/>
          <p:nvPr/>
        </p:nvSpPr>
        <p:spPr>
          <a:xfrm>
            <a:off x="7343924" y="1938041"/>
            <a:ext cx="3971775"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۱. خواندن و فیلترسازی دما</a:t>
            </a: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p:cNvSpPr txBox="1"/>
          <p:nvPr/>
        </p:nvSpPr>
        <p:spPr>
          <a:xfrm>
            <a:off x="7533055" y="2309516"/>
            <a:ext cx="3782644" cy="2385461"/>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نمونه‌برداری از سنسور: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سیگنال آنالوگ سنسور دما از طریق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پایه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PA0 / ADC1_IN0</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خوانده می‌شود.  مقدار خام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(بين ۰ تا ۴۰۹۵ در مد ۱۲ بیتی) دریافت و با فرمول خطی به ولتاژ و سپس به درجه سانتی‌گراد تبدیل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 بافر چرخشی: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برای کاهش نویز نمونه‌برداری آنالوگ و جلوگیری از نوسان ناگهانی عملگرها، از الگوریتم میانگین متحرک استفاده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آخرین نمونه‌های دما در یک بافر چرخشی با ظرفیت مشخص ذخیره می‌شوند.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در هر دور اجرای حلقه، نمونه جدید جایگزین قدیمی‌ترین نمونه شده و میانگین کل نمونه‌های بافر به عنوان دمای معتبر سیستم محاسبه می‌گردد. </a:t>
            </a:r>
            <a:endParaRPr kumimoji="0"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5" name="Picture 14" descr="image.png"/>
          <p:cNvPicPr>
            <a:picLocks noChangeAspect="1"/>
          </p:cNvPicPr>
          <p:nvPr/>
        </p:nvPicPr>
        <p:blipFill>
          <a:blip r:embed="rId5"/>
          <a:stretch>
            <a:fillRect/>
          </a:stretch>
        </p:blipFill>
        <p:spPr>
          <a:xfrm>
            <a:off x="10879794" y="1385591"/>
            <a:ext cx="321606" cy="266700"/>
          </a:xfrm>
          <a:prstGeom prst="rect">
            <a:avLst/>
          </a:prstGeom>
        </p:spPr>
      </p:pic>
      <p:grpSp>
        <p:nvGrpSpPr>
          <p:cNvPr id="24" name="Group 23">
            <a:extLst>
              <a:ext uri="{FF2B5EF4-FFF2-40B4-BE49-F238E27FC236}">
                <a16:creationId xmlns:a16="http://schemas.microsoft.com/office/drawing/2014/main" id="{82303E9F-7A0B-9A21-524E-556CE55B0531}"/>
              </a:ext>
            </a:extLst>
          </p:cNvPr>
          <p:cNvGrpSpPr/>
          <p:nvPr/>
        </p:nvGrpSpPr>
        <p:grpSpPr>
          <a:xfrm>
            <a:off x="476250" y="1029075"/>
            <a:ext cx="4491975" cy="4797327"/>
            <a:chOff x="3889326" y="1030337"/>
            <a:chExt cx="3794075"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pic>
          <p:nvPicPr>
            <p:cNvPr id="10" name="Picture 9" descr="image.png">
              <a:extLst>
                <a:ext uri="{FF2B5EF4-FFF2-40B4-BE49-F238E27FC236}">
                  <a16:creationId xmlns:a16="http://schemas.microsoft.com/office/drawing/2014/main" id="{91BC4F8F-B178-12B5-A283-D53747D66801}"/>
                </a:ext>
              </a:extLst>
            </p:cNvPr>
            <p:cNvPicPr>
              <a:picLocks noChangeAspect="1"/>
            </p:cNvPicPr>
            <p:nvPr/>
          </p:nvPicPr>
          <p:blipFill>
            <a:blip r:embed="rId4"/>
            <a:stretch>
              <a:fillRect/>
            </a:stretch>
          </p:blipFill>
          <p:spPr>
            <a:xfrm>
              <a:off x="6969027" y="1287513"/>
              <a:ext cx="495300" cy="49530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889326" y="1954263"/>
              <a:ext cx="3575000" cy="207535"/>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۲. منطق کنترل دما و عملگر سرمایشی/گرمایشی</a:t>
              </a: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B3BF80DF-2263-74AE-FA28-F9F58B8BB50F}"/>
                </a:ext>
              </a:extLst>
            </p:cNvPr>
            <p:cNvSpPr txBox="1"/>
            <p:nvPr/>
          </p:nvSpPr>
          <p:spPr>
            <a:xfrm>
              <a:off x="4327476" y="2325738"/>
              <a:ext cx="3136850" cy="2257580"/>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مقایسه با آستانه تولرانس:</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سیستم دمای میانگین محاسبه‌شده را با دمای هدف</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 درصد تولرانس مجاز مقایسه می‌کند.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تصمیم‌گیری برای عملگرها:</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اگر دمای میانگین &gt; حد بالا: فن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PIN_FAN</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PA1</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هیتر خاموش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اگر دمای میانگین &lt; حد پایین: هیتر</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PIN_HEATER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PA2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فن خاموش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اگر دما در محدوده امن باشد: هر دو عملگر فن و هیتر خاموش می‌مانند. </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pic>
        <p:nvPicPr>
          <p:cNvPr id="13" name="Picture 12" descr="image.png">
            <a:extLst>
              <a:ext uri="{FF2B5EF4-FFF2-40B4-BE49-F238E27FC236}">
                <a16:creationId xmlns:a16="http://schemas.microsoft.com/office/drawing/2014/main" id="{5213B54F-FC6E-CB75-188E-3C86FEC84D46}"/>
              </a:ext>
            </a:extLst>
          </p:cNvPr>
          <p:cNvPicPr>
            <a:picLocks noChangeAspect="1"/>
          </p:cNvPicPr>
          <p:nvPr/>
        </p:nvPicPr>
        <p:blipFill>
          <a:blip r:embed="rId5"/>
          <a:stretch>
            <a:fillRect/>
          </a:stretch>
        </p:blipFill>
        <p:spPr>
          <a:xfrm>
            <a:off x="4357193" y="1429147"/>
            <a:ext cx="315758" cy="266700"/>
          </a:xfrm>
          <a:prstGeom prst="rect">
            <a:avLst/>
          </a:prstGeom>
        </p:spPr>
      </p:pic>
      <p:grpSp>
        <p:nvGrpSpPr>
          <p:cNvPr id="14" name="Group 13">
            <a:extLst>
              <a:ext uri="{FF2B5EF4-FFF2-40B4-BE49-F238E27FC236}">
                <a16:creationId xmlns:a16="http://schemas.microsoft.com/office/drawing/2014/main" id="{0C499AC4-F49C-F32B-1D54-1ECDE895D919}"/>
              </a:ext>
            </a:extLst>
          </p:cNvPr>
          <p:cNvGrpSpPr/>
          <p:nvPr/>
        </p:nvGrpSpPr>
        <p:grpSpPr>
          <a:xfrm>
            <a:off x="578870" y="1014115"/>
            <a:ext cx="4389617" cy="4797326"/>
            <a:chOff x="7211833" y="1030337"/>
            <a:chExt cx="4389617" cy="4797326"/>
          </a:xfrm>
        </p:grpSpPr>
        <p:pic>
          <p:nvPicPr>
            <p:cNvPr id="3" name="Picture 2" descr="image.png"/>
            <p:cNvPicPr>
              <a:picLocks noChangeAspect="1"/>
            </p:cNvPicPr>
            <p:nvPr/>
          </p:nvPicPr>
          <p:blipFill>
            <a:blip r:embed="rId3"/>
            <a:stretch>
              <a:fillRect/>
            </a:stretch>
          </p:blipFill>
          <p:spPr>
            <a:xfrm>
              <a:off x="7211833" y="1030337"/>
              <a:ext cx="4389617" cy="4797326"/>
            </a:xfrm>
            <a:prstGeom prst="rect">
              <a:avLst/>
            </a:prstGeom>
          </p:spPr>
        </p:pic>
        <p:sp>
          <p:nvSpPr>
            <p:cNvPr id="17" name="TextBox 16"/>
            <p:cNvSpPr txBox="1"/>
            <p:nvPr/>
          </p:nvSpPr>
          <p:spPr>
            <a:xfrm>
              <a:off x="8145833" y="1254577"/>
              <a:ext cx="3293692" cy="215444"/>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۴. </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مدیریت رویدادها و پایداری سیستم</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8" name="TextBox 17"/>
            <p:cNvSpPr txBox="1"/>
            <p:nvPr/>
          </p:nvSpPr>
          <p:spPr>
            <a:xfrm>
              <a:off x="7573798" y="1656618"/>
              <a:ext cx="3822175" cy="1503681"/>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دریافت غیربلاک‌کننده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Non-blocking</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دریافت کاراکتر به کاراکتر دستورات با استفاده از وقفه ها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Interrupts</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تا پردازنده میکروکنترلر هرگز در حلقه های انتظار قفل نشود.</a:t>
              </a: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محافظت در برابر خطا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Error Handling</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پیاده سازی مکانیزم قفل بافر و مدیریت خطای سخت افزاری. این کار از هنگ کردن سیستم (خطای سرریز داده یا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Overrun</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در زمانی که کاربر سریع تایپ می کند یا اطلاعات حجیمی از دیتابیس دریافت می شود، جلوگیری می کند.</a:t>
              </a: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pic>
        <p:nvPicPr>
          <p:cNvPr id="22" name="Picture 21" descr="image.png">
            <a:extLst>
              <a:ext uri="{FF2B5EF4-FFF2-40B4-BE49-F238E27FC236}">
                <a16:creationId xmlns:a16="http://schemas.microsoft.com/office/drawing/2014/main" id="{9A50A26B-FCC3-6A82-2DFC-576DE9D8C9CF}"/>
              </a:ext>
            </a:extLst>
          </p:cNvPr>
          <p:cNvPicPr>
            <a:picLocks noChangeAspect="1"/>
          </p:cNvPicPr>
          <p:nvPr/>
        </p:nvPicPr>
        <p:blipFill>
          <a:blip r:embed="rId3"/>
          <a:stretch>
            <a:fillRect/>
          </a:stretch>
        </p:blipFill>
        <p:spPr>
          <a:xfrm>
            <a:off x="6948583" y="1009214"/>
            <a:ext cx="4586191" cy="4807128"/>
          </a:xfrm>
          <a:prstGeom prst="rect">
            <a:avLst/>
          </a:prstGeom>
        </p:spPr>
      </p:pic>
      <p:sp>
        <p:nvSpPr>
          <p:cNvPr id="26" name="TextBox 25">
            <a:extLst>
              <a:ext uri="{FF2B5EF4-FFF2-40B4-BE49-F238E27FC236}">
                <a16:creationId xmlns:a16="http://schemas.microsoft.com/office/drawing/2014/main" id="{222C8477-209E-3EC0-E38A-271EC7D65249}"/>
              </a:ext>
            </a:extLst>
          </p:cNvPr>
          <p:cNvSpPr txBox="1"/>
          <p:nvPr/>
        </p:nvSpPr>
        <p:spPr>
          <a:xfrm>
            <a:off x="7740700" y="1262480"/>
            <a:ext cx="3575000" cy="215444"/>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۳. </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معماری ارتباطی و پردازش پیام ها</a:t>
            </a:r>
            <a:endParaRPr kumimoji="0"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7" name="TextBox 26">
            <a:extLst>
              <a:ext uri="{FF2B5EF4-FFF2-40B4-BE49-F238E27FC236}">
                <a16:creationId xmlns:a16="http://schemas.microsoft.com/office/drawing/2014/main" id="{AC7389C7-D4B1-DD1D-7FA6-9AE18CC3BEDF}"/>
              </a:ext>
            </a:extLst>
          </p:cNvPr>
          <p:cNvSpPr txBox="1"/>
          <p:nvPr/>
        </p:nvSpPr>
        <p:spPr>
          <a:xfrm>
            <a:off x="7100458" y="1701007"/>
            <a:ext cx="4282439" cy="1513876"/>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ارتباط دوگانه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Dual-UART</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تفکیک کامل پورت مربوط به ترمینال مجازی (کاربر) از پورت متصل به پایگاه داده مرکزی، تا ترافیک داده ها باعث کندی سیستم نشود.</a:t>
            </a: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پروتکل تفکیک دیتا:</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استفاده از پیشوندهای اختصاصی (مانند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@MSG</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و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@PRT</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از سمت سرور، تا میکروکنترلر بتواند منو های رابط کاربری را از داده های خام داشبورد تشخیص داده و از تداخل متون جلوگیری کند.</a:t>
            </a: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spTree>
    <p:extLst>
      <p:ext uri="{BB962C8B-B14F-4D97-AF65-F5344CB8AC3E}">
        <p14:creationId xmlns:p14="http://schemas.microsoft.com/office/powerpoint/2010/main" val="431826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srgbClr val="2B4C31"/>
                </a:solidFill>
                <a:effectLst/>
                <a:uLnTx/>
                <a:uFillTx/>
                <a:latin typeface="IBM Plex Sans Arabic Medium" panose="020B0603050203000203" pitchFamily="34" charset="-78"/>
                <a:cs typeface="IBM Plex Sans Arabic Medium" panose="020B0603050203000203" pitchFamily="34" charset="-78"/>
              </a:rPr>
              <a:t>STM32</a:t>
            </a:r>
            <a:endPar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بخش‌۳؛ شبیه سازی و پیاده سازی سخت افزاری</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57A9A2BA-2A32-B00E-9C97-C6A5FF1CE67E}"/>
              </a:ext>
            </a:extLst>
          </p:cNvPr>
          <p:cNvSpPr txBox="1"/>
          <p:nvPr/>
        </p:nvSpPr>
        <p:spPr>
          <a:xfrm>
            <a:off x="7439940" y="1247438"/>
            <a:ext cx="4422913" cy="4411464"/>
          </a:xfrm>
          <a:prstGeom prst="rect">
            <a:avLst/>
          </a:prstGeom>
          <a:noFill/>
        </p:spPr>
        <p:txBody>
          <a:bodyPr wrap="square" rtlCol="0">
            <a:spAutoFit/>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میکروکنترلر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STM32F103</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پردازنده مرکزی جهت اجرای ماشین وضعیت (</a:t>
            </a:r>
            <a:r>
              <a:rPr kumimoji="0" lang="en-US"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State Machine</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و مدیریت بلادرنگ پایانه های ارتباطی.</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ترمینال مجازی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Virtual Terminal</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شبیه سازی رابط کاربری تعاملی (</a:t>
            </a:r>
            <a:r>
              <a:rPr kumimoji="0" lang="en-US"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CLI</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برای ورود اطلاعات کارگران، احراز هویت و نمایش </a:t>
            </a:r>
            <a:r>
              <a:rPr kumimoji="0" lang="fa-IR" sz="1400" b="0"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داشبورد</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های مدیریتی. </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ارتباطی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COMPIM</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درگاه فیزیکی متصل به</a:t>
            </a:r>
            <a:r>
              <a:rPr kumimoji="0" lang="en-US"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UART3 </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جهت برقراری ارتباط پایدار و دو طرفه بین میکروکنترلر و پایگاه داده مرکزی سیستم.</a:t>
            </a:r>
            <a:endPar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ورودی های کنترلی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GPIO</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پایش پین های میکروکنترلر (مانند </a:t>
            </a:r>
            <a:r>
              <a:rPr kumimoji="0" lang="en-US"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PB0</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برای شبیه سازی کلید های فیزیکی جهت تایید یا رد درخواست ها توسط سرکارگر.</a:t>
            </a:r>
            <a:r>
              <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rPr>
              <a:t> </a:t>
            </a: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نمایشگر وضعیت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LCD 16x2</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نمایشگر جانبی متصل به پایه های خروجی، جهت اعلام سریع وضعیت ورود/خروج و هشدار های سیستمی به صورت دیداری.</a:t>
            </a:r>
            <a:endParaRPr kumimoji="0" lang="en-US"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endParaRPr kumimoji="0" lang="fa-IR" sz="1400" b="0" i="0" u="none" strike="noStrike" kern="1200" cap="none" spc="0" normalizeH="0" baseline="0" noProof="0" dirty="0">
              <a:ln>
                <a:noFill/>
              </a:ln>
              <a:solidFill>
                <a:srgbClr val="2E4233"/>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ts val="1860"/>
              </a:lnSpc>
              <a:spcBef>
                <a:spcPts val="0"/>
              </a:spcBef>
              <a:spcAft>
                <a:spcPts val="0"/>
              </a:spcAft>
              <a:buClrTx/>
              <a:buSzTx/>
              <a:buFont typeface="Arial" panose="020B0604020202020204" pitchFamily="34" charset="0"/>
              <a:buChar char="•"/>
              <a:tabLst/>
              <a:defRPr/>
            </a:pPr>
            <a:endPar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a-IR"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3" name="Picture 2">
            <a:extLst>
              <a:ext uri="{FF2B5EF4-FFF2-40B4-BE49-F238E27FC236}">
                <a16:creationId xmlns:a16="http://schemas.microsoft.com/office/drawing/2014/main" id="{7B6040DA-2FBA-A15F-AB07-D3CEAB60E74C}"/>
              </a:ext>
            </a:extLst>
          </p:cNvPr>
          <p:cNvPicPr>
            <a:picLocks noChangeAspect="1"/>
          </p:cNvPicPr>
          <p:nvPr/>
        </p:nvPicPr>
        <p:blipFill>
          <a:blip r:embed="rId3"/>
          <a:stretch>
            <a:fillRect/>
          </a:stretch>
        </p:blipFill>
        <p:spPr>
          <a:xfrm>
            <a:off x="329147" y="810256"/>
            <a:ext cx="6711451" cy="54571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4322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a:t>
            </a:r>
            <a:r>
              <a:rPr lang="fa-IR" sz="2100" dirty="0">
                <a:solidFill>
                  <a:srgbClr val="2B4C31"/>
                </a:solidFill>
                <a:latin typeface="IBM Plex Sans Arabic Medium" panose="020B0603050203000203" pitchFamily="34" charset="-78"/>
                <a:cs typeface="IBM Plex Sans Arabic Medium" panose="020B0603050203000203" pitchFamily="34" charset="-78"/>
              </a:rPr>
              <a:t>۴</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4" name="TextBox 3">
            <a:extLst>
              <a:ext uri="{FF2B5EF4-FFF2-40B4-BE49-F238E27FC236}">
                <a16:creationId xmlns:a16="http://schemas.microsoft.com/office/drawing/2014/main" id="{372EDE37-9BD7-E844-0894-4C907EE15650}"/>
              </a:ext>
            </a:extLst>
          </p:cNvPr>
          <p:cNvSpPr txBox="1"/>
          <p:nvPr/>
        </p:nvSpPr>
        <p:spPr>
          <a:xfrm>
            <a:off x="1866485" y="2663647"/>
            <a:ext cx="8459027" cy="584775"/>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5" name="Rectangle: Rounded Corners 4">
            <a:extLst>
              <a:ext uri="{FF2B5EF4-FFF2-40B4-BE49-F238E27FC236}">
                <a16:creationId xmlns:a16="http://schemas.microsoft.com/office/drawing/2014/main" id="{AED5023D-FFFA-C74F-E834-6DCD78E3501B}"/>
              </a:ext>
            </a:extLst>
          </p:cNvPr>
          <p:cNvSpPr/>
          <p:nvPr/>
        </p:nvSpPr>
        <p:spPr>
          <a:xfrm>
            <a:off x="3277189" y="3357148"/>
            <a:ext cx="5812547" cy="379468"/>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a:extLst>
              <a:ext uri="{FF2B5EF4-FFF2-40B4-BE49-F238E27FC236}">
                <a16:creationId xmlns:a16="http://schemas.microsoft.com/office/drawing/2014/main" id="{BC6D63F5-D312-2C18-9884-D4E0233A9B7A}"/>
              </a:ext>
            </a:extLst>
          </p:cNvPr>
          <p:cNvSpPr txBox="1"/>
          <p:nvPr/>
        </p:nvSpPr>
        <p:spPr>
          <a:xfrm>
            <a:off x="3135463" y="3353308"/>
            <a:ext cx="6096000" cy="923330"/>
          </a:xfrm>
          <a:prstGeom prst="rect">
            <a:avLst/>
          </a:prstGeom>
          <a:noFill/>
        </p:spPr>
        <p:txBody>
          <a:bodyPr wrap="square">
            <a:spAutoFit/>
          </a:bodyPr>
          <a:lstStyle/>
          <a:p>
            <a:pPr marL="0" marR="0" lvl="0" indent="0" algn="ctr" defTabSz="457200" rtl="0" eaLnBrk="1" fontAlgn="auto" latinLnBrk="0" hangingPunct="1">
              <a:lnSpc>
                <a:spcPct val="100000"/>
              </a:lnSpc>
              <a:spcBef>
                <a:spcPts val="75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rPr>
              <a:t>حفاظت فردی و مدیریت خطا های محیطی در کارخانه هوشمند</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fa-IR"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endParaRPr kumimoji="0" lang="en-US"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 name="TextBox 1">
            <a:extLst>
              <a:ext uri="{FF2B5EF4-FFF2-40B4-BE49-F238E27FC236}">
                <a16:creationId xmlns:a16="http://schemas.microsoft.com/office/drawing/2014/main" id="{FD65AA4E-FB66-AA43-DB72-EF77F75DD561}"/>
              </a:ext>
            </a:extLst>
          </p:cNvPr>
          <p:cNvSpPr txBox="1"/>
          <p:nvPr/>
        </p:nvSpPr>
        <p:spPr>
          <a:xfrm>
            <a:off x="2381249" y="3825229"/>
            <a:ext cx="7429500" cy="261610"/>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توسعه یافته به صورت ماژولار و مبتنی بر معماری رویداد گرا</a:t>
            </a:r>
          </a:p>
        </p:txBody>
      </p:sp>
      <p:pic>
        <p:nvPicPr>
          <p:cNvPr id="6146" name="Picture 2">
            <a:extLst>
              <a:ext uri="{FF2B5EF4-FFF2-40B4-BE49-F238E27FC236}">
                <a16:creationId xmlns:a16="http://schemas.microsoft.com/office/drawing/2014/main" id="{E08B50DC-99A7-A8C5-61AC-B1C91469E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5773" y="3884596"/>
            <a:ext cx="123825"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28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بخش‌۴؛ معماری نرم افزار و ماشین وضعیت</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8093124" y="2047279"/>
            <a:ext cx="3575000" cy="2215157"/>
          </a:xfrm>
          <a:prstGeom prst="rect">
            <a:avLst/>
          </a:prstGeom>
        </p:spPr>
      </p:pic>
      <p:pic>
        <p:nvPicPr>
          <p:cNvPr id="4" name="Picture 3" descr="image.png"/>
          <p:cNvPicPr>
            <a:picLocks noChangeAspect="1"/>
          </p:cNvPicPr>
          <p:nvPr/>
        </p:nvPicPr>
        <p:blipFill>
          <a:blip r:embed="rId4"/>
          <a:stretch>
            <a:fillRect/>
          </a:stretch>
        </p:blipFill>
        <p:spPr>
          <a:xfrm>
            <a:off x="4308574" y="2047279"/>
            <a:ext cx="3575000" cy="2215157"/>
          </a:xfrm>
          <a:prstGeom prst="rect">
            <a:avLst/>
          </a:prstGeom>
        </p:spPr>
      </p:pic>
      <p:pic>
        <p:nvPicPr>
          <p:cNvPr id="5" name="Picture 4" descr="image.png"/>
          <p:cNvPicPr>
            <a:picLocks noChangeAspect="1"/>
          </p:cNvPicPr>
          <p:nvPr/>
        </p:nvPicPr>
        <p:blipFill>
          <a:blip r:embed="rId5"/>
          <a:stretch>
            <a:fillRect/>
          </a:stretch>
        </p:blipFill>
        <p:spPr>
          <a:xfrm>
            <a:off x="524023" y="2047279"/>
            <a:ext cx="3575000" cy="2215157"/>
          </a:xfrm>
          <a:prstGeom prst="rect">
            <a:avLst/>
          </a:prstGeom>
        </p:spPr>
      </p:pic>
      <p:pic>
        <p:nvPicPr>
          <p:cNvPr id="8" name="Picture 7" descr="image.png"/>
          <p:cNvPicPr>
            <a:picLocks noChangeAspect="1"/>
          </p:cNvPicPr>
          <p:nvPr/>
        </p:nvPicPr>
        <p:blipFill>
          <a:blip r:embed="rId6"/>
          <a:stretch>
            <a:fillRect/>
          </a:stretch>
        </p:blipFill>
        <p:spPr>
          <a:xfrm>
            <a:off x="10953750" y="2304454"/>
            <a:ext cx="495300" cy="495300"/>
          </a:xfrm>
          <a:prstGeom prst="rect">
            <a:avLst/>
          </a:prstGeom>
        </p:spPr>
      </p:pic>
      <p:sp>
        <p:nvSpPr>
          <p:cNvPr id="10" name="TextBox 9"/>
          <p:cNvSpPr txBox="1"/>
          <p:nvPr/>
        </p:nvSpPr>
        <p:spPr>
          <a:xfrm>
            <a:off x="8155357" y="2971204"/>
            <a:ext cx="3293692" cy="215444"/>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پیاده سازی هسته ارتباطی و پردازش خطا</a:t>
            </a:r>
          </a:p>
        </p:txBody>
      </p:sp>
      <p:sp>
        <p:nvSpPr>
          <p:cNvPr id="11" name="TextBox 10"/>
          <p:cNvSpPr txBox="1"/>
          <p:nvPr/>
        </p:nvSpPr>
        <p:spPr>
          <a:xfrm>
            <a:off x="8312199" y="3342679"/>
            <a:ext cx="3136850" cy="859402"/>
          </a:xfrm>
          <a:prstGeom prst="rect">
            <a:avLst/>
          </a:prstGeom>
          <a:noFill/>
        </p:spPr>
        <p:txBody>
          <a:bodyPr wrap="square" lIns="0" tIns="0" rIns="0" bIns="0" anchor="t">
            <a:spAutoFit/>
          </a:bodyPr>
          <a:lstStyle/>
          <a:p>
            <a:pPr lvl="0" algn="r" rtl="1">
              <a:lnSpc>
                <a:spcPts val="1739"/>
              </a:lnSpc>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راه</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اندازی وقفه های دریافت سریال(</a:t>
            </a:r>
            <a:r>
              <a:rPr lang="en-US" sz="1100" dirty="0">
                <a:solidFill>
                  <a:srgbClr val="3A523E"/>
                </a:solidFill>
                <a:latin typeface="IBM Plex Sans Arabic Medium" panose="020B0603050203000203" pitchFamily="34" charset="-78"/>
                <a:cs typeface="IBM Plex Sans Arabic Medium" panose="020B0603050203000203" pitchFamily="34" charset="-78"/>
              </a:rPr>
              <a:t>UART Interrupts</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برای بیدار شدن سریع میکروکنترلر و توسعه تابع </a:t>
            </a:r>
            <a:r>
              <a:rPr kumimoji="0" lang="en-US" sz="1100" b="0" i="0" u="none" strike="noStrike" kern="1200" cap="none" spc="0" normalizeH="0" baseline="0" noProof="0" dirty="0" err="1">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Process_Terminal_Command</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جهت تحلیل رشته های ورودی مربوط به خطا های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CLOTH</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DISTANCE</a:t>
            </a:r>
          </a:p>
        </p:txBody>
      </p:sp>
      <p:pic>
        <p:nvPicPr>
          <p:cNvPr id="12" name="Picture 11" descr="image.png"/>
          <p:cNvPicPr>
            <a:picLocks noChangeAspect="1"/>
          </p:cNvPicPr>
          <p:nvPr/>
        </p:nvPicPr>
        <p:blipFill>
          <a:blip r:embed="rId7"/>
          <a:stretch>
            <a:fillRect/>
          </a:stretch>
        </p:blipFill>
        <p:spPr>
          <a:xfrm>
            <a:off x="7169199" y="2304454"/>
            <a:ext cx="495300" cy="495300"/>
          </a:xfrm>
          <a:prstGeom prst="rect">
            <a:avLst/>
          </a:prstGeom>
        </p:spPr>
      </p:pic>
      <p:sp>
        <p:nvSpPr>
          <p:cNvPr id="13" name="TextBox 12"/>
          <p:cNvSpPr txBox="1"/>
          <p:nvPr/>
        </p:nvSpPr>
        <p:spPr>
          <a:xfrm>
            <a:off x="4370806" y="2971204"/>
            <a:ext cx="3293692" cy="215444"/>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مدیریت اکشن های ایمنی</a:t>
            </a:r>
          </a:p>
        </p:txBody>
      </p:sp>
      <p:sp>
        <p:nvSpPr>
          <p:cNvPr id="15" name="TextBox 14"/>
          <p:cNvSpPr txBox="1"/>
          <p:nvPr/>
        </p:nvSpPr>
        <p:spPr>
          <a:xfrm>
            <a:off x="4527649" y="3342679"/>
            <a:ext cx="3136850" cy="631648"/>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فعال شدن پرچم</a:t>
            </a:r>
            <a:r>
              <a:rPr lang="fa-IR" sz="1100" dirty="0">
                <a:solidFill>
                  <a:prstClr val="black"/>
                </a:solidFill>
                <a:latin typeface="IBM Plex Sans Arabic Medium" panose="020B0603050203000203" pitchFamily="34" charset="-78"/>
                <a:cs typeface="IBM Plex Sans Arabic Medium" panose="020B0603050203000203" pitchFamily="34" charset="-78"/>
              </a:rPr>
              <a:t> </a:t>
            </a:r>
            <a:r>
              <a:rPr lang="en-US" sz="1100" dirty="0" err="1">
                <a:solidFill>
                  <a:prstClr val="black"/>
                </a:solidFill>
                <a:latin typeface="IBM Plex Sans Arabic Medium" panose="020B0603050203000203" pitchFamily="34" charset="-78"/>
                <a:cs typeface="IBM Plex Sans Arabic Medium" panose="020B0603050203000203" pitchFamily="34" charset="-78"/>
              </a:rPr>
              <a:t>is_erorr_active</a:t>
            </a:r>
            <a:r>
              <a:rPr lang="fa-IR" sz="1100" dirty="0">
                <a:solidFill>
                  <a:prstClr val="black"/>
                </a:solidFill>
                <a:latin typeface="IBM Plex Sans Arabic Medium" panose="020B0603050203000203" pitchFamily="34" charset="-78"/>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به محض تشخیص خطا، روشن شدن آژیر و چراغ خطر در کسری از ثانیه و تغییر وضعیت نمایشگر به حالت قرمز.</a:t>
            </a:r>
          </a:p>
        </p:txBody>
      </p:sp>
      <p:pic>
        <p:nvPicPr>
          <p:cNvPr id="16" name="Picture 15" descr="image.png"/>
          <p:cNvPicPr>
            <a:picLocks noChangeAspect="1"/>
          </p:cNvPicPr>
          <p:nvPr/>
        </p:nvPicPr>
        <p:blipFill>
          <a:blip r:embed="rId6"/>
          <a:stretch>
            <a:fillRect/>
          </a:stretch>
        </p:blipFill>
        <p:spPr>
          <a:xfrm>
            <a:off x="3384649" y="2304454"/>
            <a:ext cx="495300" cy="495300"/>
          </a:xfrm>
          <a:prstGeom prst="rect">
            <a:avLst/>
          </a:prstGeom>
        </p:spPr>
      </p:pic>
      <p:sp>
        <p:nvSpPr>
          <p:cNvPr id="17" name="TextBox 16"/>
          <p:cNvSpPr txBox="1"/>
          <p:nvPr/>
        </p:nvSpPr>
        <p:spPr>
          <a:xfrm>
            <a:off x="586256" y="2971204"/>
            <a:ext cx="3293692" cy="215444"/>
          </a:xfrm>
          <a:prstGeom prst="rect">
            <a:avLst/>
          </a:prstGeom>
          <a:noFill/>
        </p:spPr>
        <p:txBody>
          <a:bodyPr wrap="square" lIns="0" tIns="0" rIns="0" bIns="0" anchor="t">
            <a:spAutoFit/>
          </a:bodyPr>
          <a:lstStyle/>
          <a:p>
            <a:pPr algn="r" rtl="1"/>
            <a:r>
              <a:rPr lang="fa-IR" sz="1400" b="1" dirty="0">
                <a:latin typeface="IBM Plex Sans Arabic Medium" panose="020B0603050203000203" pitchFamily="34" charset="-78"/>
                <a:cs typeface="IBM Plex Sans Arabic Medium" panose="020B0603050203000203" pitchFamily="34" charset="-78"/>
              </a:rPr>
              <a:t>سیستم مرکزی و پروتکل </a:t>
            </a:r>
            <a:r>
              <a:rPr lang="en-US" sz="1400" b="1" dirty="0">
                <a:latin typeface="IBM Plex Sans Arabic Medium" panose="020B0603050203000203" pitchFamily="34" charset="-78"/>
                <a:cs typeface="IBM Plex Sans Arabic Medium" panose="020B0603050203000203" pitchFamily="34" charset="-78"/>
              </a:rPr>
              <a:t>Freeze</a:t>
            </a:r>
            <a:endParaRPr lang="en-US" sz="1400" b="1" i="0" u="none" dirty="0">
              <a:solidFill>
                <a:srgbClr val="1B3320"/>
              </a:solidFill>
              <a:latin typeface="IBM Plex Sans Arabic Medium" panose="020B0603050203000203" pitchFamily="34" charset="-78"/>
              <a:cs typeface="IBM Plex Sans Arabic Medium" panose="020B0603050203000203" pitchFamily="34" charset="-78"/>
            </a:endParaRPr>
          </a:p>
        </p:txBody>
      </p:sp>
      <p:sp>
        <p:nvSpPr>
          <p:cNvPr id="18" name="TextBox 17"/>
          <p:cNvSpPr txBox="1"/>
          <p:nvPr/>
        </p:nvSpPr>
        <p:spPr>
          <a:xfrm>
            <a:off x="743098" y="3342679"/>
            <a:ext cx="3136850" cy="849656"/>
          </a:xfrm>
          <a:prstGeom prst="rect">
            <a:avLst/>
          </a:prstGeom>
          <a:noFill/>
        </p:spPr>
        <p:txBody>
          <a:bodyPr wrap="square" lIns="0" tIns="0" rIns="0" bIns="0" anchor="t">
            <a:spAutoFit/>
          </a:bodyPr>
          <a:lstStyle/>
          <a:p>
            <a:pPr algn="r" rtl="1">
              <a:lnSpc>
                <a:spcPts val="1739"/>
              </a:lnSpc>
            </a:pPr>
            <a:r>
              <a:rPr lang="fa-IR" sz="1100" dirty="0">
                <a:latin typeface="IBM Plex Sans Arabic Medium" panose="020B0603050203000203" pitchFamily="34" charset="-78"/>
                <a:cs typeface="IBM Plex Sans Arabic Medium" panose="020B0603050203000203" pitchFamily="34" charset="-78"/>
              </a:rPr>
              <a:t>پیاده سازی سیستم مرکزی برای مدیریت فایل ها، پاداش ها و بررسی توانایی فیزیکی/سنی کارگران. ارسال </a:t>
            </a:r>
            <a:r>
              <a:rPr lang="fa-IR" sz="1100" dirty="0" err="1">
                <a:latin typeface="IBM Plex Sans Arabic Medium" panose="020B0603050203000203" pitchFamily="34" charset="-78"/>
                <a:cs typeface="IBM Plex Sans Arabic Medium" panose="020B0603050203000203" pitchFamily="34" charset="-78"/>
              </a:rPr>
              <a:t>پکت</a:t>
            </a:r>
            <a:r>
              <a:rPr lang="fa-IR" sz="1100" dirty="0">
                <a:latin typeface="IBM Plex Sans Arabic Medium" panose="020B0603050203000203" pitchFamily="34" charset="-78"/>
                <a:cs typeface="IBM Plex Sans Arabic Medium" panose="020B0603050203000203" pitchFamily="34" charset="-78"/>
              </a:rPr>
              <a:t> </a:t>
            </a:r>
            <a:r>
              <a:rPr lang="en-US" sz="1100" dirty="0">
                <a:latin typeface="IBM Plex Sans Arabic Medium" panose="020B0603050203000203" pitchFamily="34" charset="-78"/>
                <a:cs typeface="IBM Plex Sans Arabic Medium" panose="020B0603050203000203" pitchFamily="34" charset="-78"/>
              </a:rPr>
              <a:t>CMD_TIMER:FREEZE\r\n</a:t>
            </a:r>
            <a:r>
              <a:rPr lang="fa-IR" sz="1100" dirty="0">
                <a:latin typeface="IBM Plex Sans Arabic Medium" panose="020B0603050203000203" pitchFamily="34" charset="-78"/>
                <a:cs typeface="IBM Plex Sans Arabic Medium" panose="020B0603050203000203" pitchFamily="34" charset="-78"/>
              </a:rPr>
              <a:t> به سرور در زمان توقف ایمنی و ارسال </a:t>
            </a:r>
            <a:r>
              <a:rPr lang="fa-IR" sz="1100" dirty="0" err="1">
                <a:latin typeface="IBM Plex Sans Arabic Medium" panose="020B0603050203000203" pitchFamily="34" charset="-78"/>
                <a:cs typeface="IBM Plex Sans Arabic Medium" panose="020B0603050203000203" pitchFamily="34" charset="-78"/>
              </a:rPr>
              <a:t>پکت</a:t>
            </a:r>
            <a:r>
              <a:rPr lang="fa-IR" sz="1100" dirty="0">
                <a:latin typeface="IBM Plex Sans Arabic Medium" panose="020B0603050203000203" pitchFamily="34" charset="-78"/>
                <a:cs typeface="IBM Plex Sans Arabic Medium" panose="020B0603050203000203" pitchFamily="34" charset="-78"/>
              </a:rPr>
              <a:t> </a:t>
            </a:r>
            <a:r>
              <a:rPr lang="en-US" sz="1100" dirty="0">
                <a:latin typeface="IBM Plex Sans Arabic Medium" panose="020B0603050203000203" pitchFamily="34" charset="-78"/>
                <a:cs typeface="IBM Plex Sans Arabic Medium" panose="020B0603050203000203" pitchFamily="34" charset="-78"/>
              </a:rPr>
              <a:t>RESUME</a:t>
            </a:r>
            <a:r>
              <a:rPr lang="fa-IR" sz="1100" dirty="0">
                <a:latin typeface="IBM Plex Sans Arabic Medium" panose="020B0603050203000203" pitchFamily="34" charset="-78"/>
                <a:cs typeface="IBM Plex Sans Arabic Medium" panose="020B0603050203000203" pitchFamily="34" charset="-78"/>
              </a:rPr>
              <a:t> پس از رفع خطا.</a:t>
            </a:r>
            <a:endParaRPr lang="fa-IR" sz="1100" b="0" i="0" u="none" dirty="0">
              <a:solidFill>
                <a:srgbClr val="3A523E"/>
              </a:solidFill>
              <a:latin typeface="IBM Plex Sans Arabic Medium" panose="020B0603050203000203" pitchFamily="34" charset="-78"/>
              <a:cs typeface="IBM Plex Sans Arabic Medium" panose="020B0603050203000203" pitchFamily="34" charset="-78"/>
            </a:endParaRPr>
          </a:p>
        </p:txBody>
      </p:sp>
      <p:pic>
        <p:nvPicPr>
          <p:cNvPr id="19" name="Picture 18" descr="image.png"/>
          <p:cNvPicPr>
            <a:picLocks noChangeAspect="1"/>
          </p:cNvPicPr>
          <p:nvPr/>
        </p:nvPicPr>
        <p:blipFill>
          <a:blip r:embed="rId8"/>
          <a:stretch>
            <a:fillRect/>
          </a:stretch>
        </p:blipFill>
        <p:spPr>
          <a:xfrm>
            <a:off x="11101387" y="2418754"/>
            <a:ext cx="200025" cy="266700"/>
          </a:xfrm>
          <a:prstGeom prst="rect">
            <a:avLst/>
          </a:prstGeom>
        </p:spPr>
      </p:pic>
      <p:pic>
        <p:nvPicPr>
          <p:cNvPr id="22" name="Picture 21" descr="image.png"/>
          <p:cNvPicPr>
            <a:picLocks noChangeAspect="1"/>
          </p:cNvPicPr>
          <p:nvPr/>
        </p:nvPicPr>
        <p:blipFill>
          <a:blip r:embed="rId9"/>
          <a:stretch>
            <a:fillRect/>
          </a:stretch>
        </p:blipFill>
        <p:spPr>
          <a:xfrm>
            <a:off x="7264449" y="2418754"/>
            <a:ext cx="304800" cy="266700"/>
          </a:xfrm>
          <a:prstGeom prst="rect">
            <a:avLst/>
          </a:prstGeom>
        </p:spPr>
      </p:pic>
      <p:pic>
        <p:nvPicPr>
          <p:cNvPr id="23" name="Picture 22" descr="image.png"/>
          <p:cNvPicPr>
            <a:picLocks noChangeAspect="1"/>
          </p:cNvPicPr>
          <p:nvPr/>
        </p:nvPicPr>
        <p:blipFill>
          <a:blip r:embed="rId10"/>
          <a:stretch>
            <a:fillRect/>
          </a:stretch>
        </p:blipFill>
        <p:spPr>
          <a:xfrm>
            <a:off x="3465611" y="2418754"/>
            <a:ext cx="333375" cy="266700"/>
          </a:xfrm>
          <a:prstGeom prst="rect">
            <a:avLst/>
          </a:prstGeom>
        </p:spPr>
      </p:pic>
    </p:spTree>
    <p:extLst>
      <p:ext uri="{BB962C8B-B14F-4D97-AF65-F5344CB8AC3E}">
        <p14:creationId xmlns:p14="http://schemas.microsoft.com/office/powerpoint/2010/main" val="989420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بخش‌۴؛ منطق سخت افزاری و پین‌ها</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graphicFrame>
        <p:nvGraphicFramePr>
          <p:cNvPr id="4" name="Table 3">
            <a:extLst>
              <a:ext uri="{FF2B5EF4-FFF2-40B4-BE49-F238E27FC236}">
                <a16:creationId xmlns:a16="http://schemas.microsoft.com/office/drawing/2014/main" id="{F1BD4069-8D4C-0097-AD4F-7FAD9C973E47}"/>
              </a:ext>
            </a:extLst>
          </p:cNvPr>
          <p:cNvGraphicFramePr>
            <a:graphicFrameLocks noGrp="1"/>
          </p:cNvGraphicFramePr>
          <p:nvPr>
            <p:extLst>
              <p:ext uri="{D42A27DB-BD31-4B8C-83A1-F6EECF244321}">
                <p14:modId xmlns:p14="http://schemas.microsoft.com/office/powerpoint/2010/main" val="4101259269"/>
              </p:ext>
            </p:extLst>
          </p:nvPr>
        </p:nvGraphicFramePr>
        <p:xfrm>
          <a:off x="5966565" y="2090057"/>
          <a:ext cx="5692034" cy="3372169"/>
        </p:xfrm>
        <a:graphic>
          <a:graphicData uri="http://schemas.openxmlformats.org/drawingml/2006/table">
            <a:tbl>
              <a:tblPr firstRow="1" bandRow="1">
                <a:tableStyleId>{5C22544A-7EE6-4342-B048-85BDC9FD1C3A}</a:tableStyleId>
              </a:tblPr>
              <a:tblGrid>
                <a:gridCol w="2023613">
                  <a:extLst>
                    <a:ext uri="{9D8B030D-6E8A-4147-A177-3AD203B41FA5}">
                      <a16:colId xmlns:a16="http://schemas.microsoft.com/office/drawing/2014/main" val="1296558375"/>
                    </a:ext>
                  </a:extLst>
                </a:gridCol>
                <a:gridCol w="1535156">
                  <a:extLst>
                    <a:ext uri="{9D8B030D-6E8A-4147-A177-3AD203B41FA5}">
                      <a16:colId xmlns:a16="http://schemas.microsoft.com/office/drawing/2014/main" val="3189425886"/>
                    </a:ext>
                  </a:extLst>
                </a:gridCol>
                <a:gridCol w="2133265">
                  <a:extLst>
                    <a:ext uri="{9D8B030D-6E8A-4147-A177-3AD203B41FA5}">
                      <a16:colId xmlns:a16="http://schemas.microsoft.com/office/drawing/2014/main" val="795340289"/>
                    </a:ext>
                  </a:extLst>
                </a:gridCol>
              </a:tblGrid>
              <a:tr h="477773">
                <a:tc>
                  <a:txBody>
                    <a:bodyPr/>
                    <a:lstStyle/>
                    <a:p>
                      <a:pPr algn="ctr" rtl="1"/>
                      <a:r>
                        <a:rPr lang="fa-IR" sz="1100" b="1" i="0" u="none" dirty="0" err="1">
                          <a:solidFill>
                            <a:srgbClr val="FFFFFF"/>
                          </a:solidFill>
                          <a:latin typeface="IBM Plex Sans Arabic Medium" panose="020B0603050203000203" pitchFamily="34" charset="-78"/>
                          <a:cs typeface="IBM Plex Sans Arabic Medium" panose="020B0603050203000203" pitchFamily="34" charset="-78"/>
                        </a:rPr>
                        <a:t>پورت</a:t>
                      </a:r>
                      <a:r>
                        <a:rPr lang="fa-IR" sz="1100" b="1" i="0" u="none" dirty="0">
                          <a:solidFill>
                            <a:srgbClr val="FFFFFF"/>
                          </a:solidFill>
                          <a:latin typeface="IBM Plex Sans Arabic Medium" panose="020B0603050203000203" pitchFamily="34" charset="-78"/>
                          <a:cs typeface="IBM Plex Sans Arabic Medium" panose="020B0603050203000203" pitchFamily="34" charset="-78"/>
                        </a:rPr>
                        <a:t> / پین</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1B3320"/>
                    </a:solidFill>
                  </a:tcPr>
                </a:tc>
                <a:tc>
                  <a:txBody>
                    <a:bodyPr/>
                    <a:lstStyle/>
                    <a:p>
                      <a:pPr algn="ctr" rtl="1"/>
                      <a:r>
                        <a:rPr sz="1100" b="1" i="0" u="none" dirty="0" err="1">
                          <a:solidFill>
                            <a:srgbClr val="FFFFFF"/>
                          </a:solidFill>
                          <a:latin typeface="IBM Plex Sans Arabic Medium" panose="020B0603050203000203" pitchFamily="34" charset="-78"/>
                          <a:cs typeface="IBM Plex Sans Arabic Medium" panose="020B0603050203000203" pitchFamily="34" charset="-78"/>
                        </a:rPr>
                        <a:t>عملکرد</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1B3320"/>
                    </a:solidFill>
                  </a:tcPr>
                </a:tc>
                <a:tc>
                  <a:txBody>
                    <a:bodyPr/>
                    <a:lstStyle/>
                    <a:p>
                      <a:pPr algn="ctr" rtl="1"/>
                      <a:r>
                        <a:rPr sz="1100" b="1" i="0" u="none" dirty="0">
                          <a:solidFill>
                            <a:srgbClr val="FFFFFF"/>
                          </a:solidFill>
                          <a:latin typeface="IBM Plex Sans Arabic Medium" panose="020B0603050203000203" pitchFamily="34" charset="-78"/>
                          <a:cs typeface="IBM Plex Sans Arabic Medium" panose="020B0603050203000203" pitchFamily="34" charset="-78"/>
                        </a:rPr>
                        <a:t>توضیحات و </a:t>
                      </a:r>
                      <a:r>
                        <a:rPr sz="1100" b="1" i="0" u="none" dirty="0" err="1">
                          <a:solidFill>
                            <a:srgbClr val="FFFFFF"/>
                          </a:solidFill>
                          <a:latin typeface="IBM Plex Sans Arabic Medium" panose="020B0603050203000203" pitchFamily="34" charset="-78"/>
                          <a:cs typeface="IBM Plex Sans Arabic Medium" panose="020B0603050203000203" pitchFamily="34" charset="-78"/>
                        </a:rPr>
                        <a:t>قطعه</a:t>
                      </a:r>
                      <a:r>
                        <a:rPr sz="1100" b="1" i="0" u="none" dirty="0">
                          <a:solidFill>
                            <a:srgbClr val="FFFFFF"/>
                          </a:solidFill>
                          <a:latin typeface="IBM Plex Sans Arabic Medium" panose="020B0603050203000203" pitchFamily="34" charset="-78"/>
                          <a:cs typeface="IBM Plex Sans Arabic Medium" panose="020B0603050203000203" pitchFamily="34" charset="-78"/>
                        </a:rPr>
                        <a:t> </a:t>
                      </a:r>
                      <a:r>
                        <a:rPr sz="1100" b="1" i="0" u="none" dirty="0" err="1">
                          <a:solidFill>
                            <a:srgbClr val="FFFFFF"/>
                          </a:solidFill>
                          <a:latin typeface="IBM Plex Sans Arabic Medium" panose="020B0603050203000203" pitchFamily="34" charset="-78"/>
                          <a:cs typeface="IBM Plex Sans Arabic Medium" panose="020B0603050203000203" pitchFamily="34" charset="-78"/>
                        </a:rPr>
                        <a:t>متصل</a:t>
                      </a:r>
                      <a:r>
                        <a:rPr sz="1100" b="1" i="0" u="none" dirty="0">
                          <a:solidFill>
                            <a:srgbClr val="FFFFFF"/>
                          </a:solidFill>
                          <a:latin typeface="IBM Plex Sans Arabic Medium" panose="020B0603050203000203" pitchFamily="34" charset="-78"/>
                          <a:cs typeface="IBM Plex Sans Arabic Medium" panose="020B0603050203000203" pitchFamily="34" charset="-78"/>
                        </a:rPr>
                        <a:t> </a:t>
                      </a:r>
                      <a:r>
                        <a:rPr sz="1100" b="1" i="0" u="none" dirty="0" err="1">
                          <a:solidFill>
                            <a:srgbClr val="FFFFFF"/>
                          </a:solidFill>
                          <a:latin typeface="IBM Plex Sans Arabic Medium" panose="020B0603050203000203" pitchFamily="34" charset="-78"/>
                          <a:cs typeface="IBM Plex Sans Arabic Medium" panose="020B0603050203000203" pitchFamily="34" charset="-78"/>
                        </a:rPr>
                        <a:t>شده</a:t>
                      </a:r>
                      <a:endParaRPr sz="1100" b="1" i="0" u="none" dirty="0">
                        <a:solidFill>
                          <a:srgbClr val="FFFFFF"/>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1B3320"/>
                    </a:solidFill>
                  </a:tcPr>
                </a:tc>
                <a:extLst>
                  <a:ext uri="{0D108BD9-81ED-4DB2-BD59-A6C34878D82A}">
                    <a16:rowId xmlns:a16="http://schemas.microsoft.com/office/drawing/2014/main" val="2373869754"/>
                  </a:ext>
                </a:extLst>
              </a:tr>
              <a:tr h="477773">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PB7</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tc>
                  <a:txBody>
                    <a:bodyPr/>
                    <a:lstStyle/>
                    <a:p>
                      <a:pPr algn="ctr" rtl="1"/>
                      <a:r>
                        <a:rPr lang="en-US" sz="1100" dirty="0" err="1">
                          <a:latin typeface="IBM Plex Sans Arabic Medium" panose="020B0603050203000203" pitchFamily="34" charset="-78"/>
                          <a:cs typeface="IBM Plex Sans Arabic Medium" panose="020B0603050203000203" pitchFamily="34" charset="-78"/>
                        </a:rPr>
                        <a:t>هشدار</a:t>
                      </a:r>
                      <a:r>
                        <a:rPr lang="en-US" sz="1100" dirty="0">
                          <a:latin typeface="IBM Plex Sans Arabic Medium" panose="020B0603050203000203" pitchFamily="34" charset="-78"/>
                          <a:cs typeface="IBM Plex Sans Arabic Medium" panose="020B0603050203000203" pitchFamily="34" charset="-78"/>
                        </a:rPr>
                        <a:t> </a:t>
                      </a:r>
                      <a:r>
                        <a:rPr lang="en-US" sz="1100" dirty="0" err="1">
                          <a:latin typeface="IBM Plex Sans Arabic Medium" panose="020B0603050203000203" pitchFamily="34" charset="-78"/>
                          <a:cs typeface="IBM Plex Sans Arabic Medium" panose="020B0603050203000203" pitchFamily="34" charset="-78"/>
                        </a:rPr>
                        <a:t>بصری</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LED</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extLst>
                  <a:ext uri="{0D108BD9-81ED-4DB2-BD59-A6C34878D82A}">
                    <a16:rowId xmlns:a16="http://schemas.microsoft.com/office/drawing/2014/main" val="595354227"/>
                  </a:ext>
                </a:extLst>
              </a:tr>
              <a:tr h="477773">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PB9</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4F8F5"/>
                    </a:solidFill>
                  </a:tcPr>
                </a:tc>
                <a:tc>
                  <a:txBody>
                    <a:bodyPr/>
                    <a:lstStyle/>
                    <a:p>
                      <a:pPr algn="ctr" rtl="1"/>
                      <a:r>
                        <a:rPr lang="en-US" sz="1100" dirty="0" err="1">
                          <a:latin typeface="IBM Plex Sans Arabic Medium" panose="020B0603050203000203" pitchFamily="34" charset="-78"/>
                          <a:cs typeface="IBM Plex Sans Arabic Medium" panose="020B0603050203000203" pitchFamily="34" charset="-78"/>
                        </a:rPr>
                        <a:t>هشدار</a:t>
                      </a:r>
                      <a:r>
                        <a:rPr lang="en-US" sz="1100" dirty="0">
                          <a:latin typeface="IBM Plex Sans Arabic Medium" panose="020B0603050203000203" pitchFamily="34" charset="-78"/>
                          <a:cs typeface="IBM Plex Sans Arabic Medium" panose="020B0603050203000203" pitchFamily="34" charset="-78"/>
                        </a:rPr>
                        <a:t> </a:t>
                      </a:r>
                      <a:r>
                        <a:rPr lang="en-US" sz="1100" dirty="0" err="1">
                          <a:latin typeface="IBM Plex Sans Arabic Medium" panose="020B0603050203000203" pitchFamily="34" charset="-78"/>
                          <a:cs typeface="IBM Plex Sans Arabic Medium" panose="020B0603050203000203" pitchFamily="34" charset="-78"/>
                        </a:rPr>
                        <a:t>صوتی</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4F8F5"/>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آژیر</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4F8F5"/>
                    </a:solidFill>
                  </a:tcPr>
                </a:tc>
                <a:extLst>
                  <a:ext uri="{0D108BD9-81ED-4DB2-BD59-A6C34878D82A}">
                    <a16:rowId xmlns:a16="http://schemas.microsoft.com/office/drawing/2014/main" val="2143799968"/>
                  </a:ext>
                </a:extLst>
              </a:tr>
              <a:tr h="477773">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A4 .. A7 / B0 / B1</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خ</a:t>
                      </a:r>
                      <a:r>
                        <a:rPr sz="1100" b="0" i="0" u="none" dirty="0">
                          <a:solidFill>
                            <a:srgbClr val="2E4233"/>
                          </a:solidFill>
                          <a:latin typeface="IBM Plex Sans Arabic Medium" panose="020B0603050203000203" pitchFamily="34" charset="-78"/>
                          <a:cs typeface="IBM Plex Sans Arabic Medium" panose="020B0603050203000203" pitchFamily="34" charset="-78"/>
                        </a:rPr>
                        <a:t>ر</a:t>
                      </a:r>
                      <a:r>
                        <a:rPr lang="fa-IR" sz="1100" b="0" i="0" u="none" dirty="0" err="1">
                          <a:solidFill>
                            <a:srgbClr val="2E4233"/>
                          </a:solidFill>
                          <a:latin typeface="IBM Plex Sans Arabic Medium" panose="020B0603050203000203" pitchFamily="34" charset="-78"/>
                          <a:cs typeface="IBM Plex Sans Arabic Medium" panose="020B0603050203000203" pitchFamily="34" charset="-78"/>
                        </a:rPr>
                        <a:t>وجی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دیجیتال</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نمایشگر</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extLst>
                  <a:ext uri="{0D108BD9-81ED-4DB2-BD59-A6C34878D82A}">
                    <a16:rowId xmlns:a16="http://schemas.microsoft.com/office/drawing/2014/main" val="1391429794"/>
                  </a:ext>
                </a:extLst>
              </a:tr>
              <a:tr h="477773">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A2 / A3</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4F8F5"/>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ورودی و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خروجی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دیجیتال</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4F8F5"/>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سیستم مرکزی(</a:t>
                      </a:r>
                      <a:r>
                        <a:rPr lang="en-US" sz="1100" b="0" i="0" u="none" dirty="0">
                          <a:solidFill>
                            <a:srgbClr val="2E4233"/>
                          </a:solidFill>
                          <a:latin typeface="IBM Plex Sans Arabic Medium" panose="020B0603050203000203" pitchFamily="34" charset="-78"/>
                          <a:cs typeface="IBM Plex Sans Arabic Medium" panose="020B0603050203000203" pitchFamily="34" charset="-78"/>
                        </a:rPr>
                        <a:t>COMPIM</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4F8F5"/>
                    </a:solidFill>
                  </a:tcPr>
                </a:tc>
                <a:extLst>
                  <a:ext uri="{0D108BD9-81ED-4DB2-BD59-A6C34878D82A}">
                    <a16:rowId xmlns:a16="http://schemas.microsoft.com/office/drawing/2014/main" val="825382172"/>
                  </a:ext>
                </a:extLst>
              </a:tr>
              <a:tr h="477774">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A9 / A10</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tc>
                  <a:txBody>
                    <a:bodyPr/>
                    <a:lstStyle/>
                    <a:p>
                      <a:pPr algn="ctr" rtl="1"/>
                      <a:r>
                        <a:rPr lang="fa-IR" sz="1100" b="0" i="0" u="none" dirty="0">
                          <a:solidFill>
                            <a:srgbClr val="2E4233"/>
                          </a:solidFill>
                          <a:latin typeface="IBM Plex Sans Arabic Medium" panose="020B0603050203000203" pitchFamily="34" charset="-78"/>
                          <a:cs typeface="IBM Plex Sans Arabic Medium" panose="020B0603050203000203" pitchFamily="34" charset="-78"/>
                        </a:rPr>
                        <a:t>ورودی و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خروجی</a:t>
                      </a:r>
                      <a:r>
                        <a:rPr sz="1100" b="0" i="0" u="none" dirty="0">
                          <a:solidFill>
                            <a:srgbClr val="2E4233"/>
                          </a:solidFill>
                          <a:latin typeface="IBM Plex Sans Arabic Medium" panose="020B0603050203000203" pitchFamily="34" charset="-78"/>
                          <a:cs typeface="IBM Plex Sans Arabic Medium" panose="020B0603050203000203" pitchFamily="34" charset="-78"/>
                        </a:rPr>
                        <a:t> </a:t>
                      </a:r>
                      <a:r>
                        <a:rPr sz="1100" b="0" i="0" u="none" dirty="0" err="1">
                          <a:solidFill>
                            <a:srgbClr val="2E4233"/>
                          </a:solidFill>
                          <a:latin typeface="IBM Plex Sans Arabic Medium" panose="020B0603050203000203" pitchFamily="34" charset="-78"/>
                          <a:cs typeface="IBM Plex Sans Arabic Medium" panose="020B0603050203000203" pitchFamily="34" charset="-78"/>
                        </a:rPr>
                        <a:t>دیجیتال</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tc>
                  <a:txBody>
                    <a:bodyPr/>
                    <a:lstStyle/>
                    <a:p>
                      <a:pPr algn="ctr" rtl="1"/>
                      <a:r>
                        <a:rPr lang="fa-IR" sz="1100" b="0" i="0" u="none" dirty="0" err="1">
                          <a:solidFill>
                            <a:srgbClr val="2E4233"/>
                          </a:solidFill>
                          <a:latin typeface="IBM Plex Sans Arabic Medium" panose="020B0603050203000203" pitchFamily="34" charset="-78"/>
                          <a:cs typeface="IBM Plex Sans Arabic Medium" panose="020B0603050203000203" pitchFamily="34" charset="-78"/>
                        </a:rPr>
                        <a:t>ترمینال</a:t>
                      </a:r>
                      <a:r>
                        <a:rPr lang="fa-IR" sz="1100" b="0" i="0" u="none" dirty="0">
                          <a:solidFill>
                            <a:srgbClr val="2E4233"/>
                          </a:solidFill>
                          <a:latin typeface="IBM Plex Sans Arabic Medium" panose="020B0603050203000203" pitchFamily="34" charset="-78"/>
                          <a:cs typeface="IBM Plex Sans Arabic Medium" panose="020B0603050203000203" pitchFamily="34" charset="-78"/>
                        </a:rPr>
                        <a:t> مجازی</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extLst>
                  <a:ext uri="{0D108BD9-81ED-4DB2-BD59-A6C34878D82A}">
                    <a16:rowId xmlns:a16="http://schemas.microsoft.com/office/drawing/2014/main" val="2255124185"/>
                  </a:ext>
                </a:extLst>
              </a:tr>
              <a:tr h="505530">
                <a:tc>
                  <a:txBody>
                    <a:bodyPr/>
                    <a:lstStyle/>
                    <a:p>
                      <a:pPr algn="ctr" rtl="1"/>
                      <a:r>
                        <a:rPr lang="en-US" sz="1100" b="0" i="0" u="none" dirty="0">
                          <a:solidFill>
                            <a:srgbClr val="2E4233"/>
                          </a:solidFill>
                          <a:latin typeface="IBM Plex Sans Arabic Medium" panose="020B0603050203000203" pitchFamily="34" charset="-78"/>
                          <a:cs typeface="IBM Plex Sans Arabic Medium" panose="020B0603050203000203" pitchFamily="34" charset="-78"/>
                        </a:rPr>
                        <a:t>PA13 / PA14 / PD0 / PD1</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tc>
                  <a:txBody>
                    <a:bodyPr/>
                    <a:lstStyle/>
                    <a:p>
                      <a:pPr algn="ctr" rtl="1"/>
                      <a:r>
                        <a:rPr lang="en-US" sz="1100" dirty="0" err="1">
                          <a:latin typeface="IBM Plex Sans Arabic Medium" panose="020B0603050203000203" pitchFamily="34" charset="-78"/>
                          <a:cs typeface="IBM Plex Sans Arabic Medium" panose="020B0603050203000203" pitchFamily="34" charset="-78"/>
                        </a:rPr>
                        <a:t>پیکربندی</a:t>
                      </a:r>
                      <a:r>
                        <a:rPr lang="en-US" sz="1100" dirty="0">
                          <a:latin typeface="IBM Plex Sans Arabic Medium" panose="020B0603050203000203" pitchFamily="34" charset="-78"/>
                          <a:cs typeface="IBM Plex Sans Arabic Medium" panose="020B0603050203000203" pitchFamily="34" charset="-78"/>
                        </a:rPr>
                        <a:t> </a:t>
                      </a:r>
                      <a:r>
                        <a:rPr lang="en-US" sz="1100" dirty="0" err="1">
                          <a:latin typeface="IBM Plex Sans Arabic Medium" panose="020B0603050203000203" pitchFamily="34" charset="-78"/>
                          <a:cs typeface="IBM Plex Sans Arabic Medium" panose="020B0603050203000203" pitchFamily="34" charset="-78"/>
                        </a:rPr>
                        <a:t>پایه</a:t>
                      </a:r>
                      <a:r>
                        <a:rPr lang="en-US" sz="1100" dirty="0">
                          <a:latin typeface="IBM Plex Sans Arabic Medium" panose="020B0603050203000203" pitchFamily="34" charset="-78"/>
                          <a:cs typeface="IBM Plex Sans Arabic Medium" panose="020B0603050203000203" pitchFamily="34" charset="-78"/>
                        </a:rPr>
                        <a:t> </a:t>
                      </a:r>
                      <a:r>
                        <a:rPr lang="en-US" sz="1100" dirty="0" err="1">
                          <a:latin typeface="IBM Plex Sans Arabic Medium" panose="020B0603050203000203" pitchFamily="34" charset="-78"/>
                          <a:cs typeface="IBM Plex Sans Arabic Medium" panose="020B0603050203000203" pitchFamily="34" charset="-78"/>
                        </a:rPr>
                        <a:t>سیستمی</a:t>
                      </a:r>
                      <a:endParaRPr sz="1100"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tc>
                  <a:txBody>
                    <a:bodyPr/>
                    <a:lstStyle/>
                    <a:p>
                      <a:pPr algn="ctr" rtl="1"/>
                      <a:r>
                        <a:rPr lang="fa-IR" sz="1100" b="1" i="0" u="none" dirty="0">
                          <a:solidFill>
                            <a:srgbClr val="2E4233"/>
                          </a:solidFill>
                          <a:latin typeface="IBM Plex Sans Arabic Medium" panose="020B0603050203000203" pitchFamily="34" charset="-78"/>
                          <a:cs typeface="IBM Plex Sans Arabic Medium" panose="020B0603050203000203" pitchFamily="34" charset="-78"/>
                        </a:rPr>
                        <a:t>-</a:t>
                      </a:r>
                      <a:endParaRPr sz="1100" b="1" i="0" u="none" dirty="0">
                        <a:solidFill>
                          <a:srgbClr val="2E4233"/>
                        </a:solidFill>
                        <a:latin typeface="IBM Plex Sans Arabic Medium" panose="020B0603050203000203" pitchFamily="34" charset="-78"/>
                        <a:cs typeface="IBM Plex Sans Arabic Medium" panose="020B0603050203000203" pitchFamily="34" charset="-78"/>
                      </a:endParaRPr>
                    </a:p>
                  </a:txBody>
                  <a:tcPr marL="69130" marR="69130" marT="27652" marB="27652" anchor="ctr">
                    <a:lnL>
                      <a:noFill/>
                    </a:lnL>
                    <a:lnR>
                      <a:noFill/>
                    </a:lnR>
                    <a:lnT>
                      <a:noFill/>
                    </a:lnT>
                    <a:lnB>
                      <a:noFill/>
                    </a:lnB>
                    <a:solidFill>
                      <a:srgbClr val="FFFFFF"/>
                    </a:solidFill>
                  </a:tcPr>
                </a:tc>
                <a:extLst>
                  <a:ext uri="{0D108BD9-81ED-4DB2-BD59-A6C34878D82A}">
                    <a16:rowId xmlns:a16="http://schemas.microsoft.com/office/drawing/2014/main" val="2867102030"/>
                  </a:ext>
                </a:extLst>
              </a:tr>
            </a:tbl>
          </a:graphicData>
        </a:graphic>
      </p:graphicFrame>
      <p:pic>
        <p:nvPicPr>
          <p:cNvPr id="5" name="Picture 4">
            <a:extLst>
              <a:ext uri="{FF2B5EF4-FFF2-40B4-BE49-F238E27FC236}">
                <a16:creationId xmlns:a16="http://schemas.microsoft.com/office/drawing/2014/main" id="{19217C46-BB20-A706-E854-5C8825F76149}"/>
              </a:ext>
            </a:extLst>
          </p:cNvPr>
          <p:cNvPicPr>
            <a:picLocks noChangeAspect="1"/>
          </p:cNvPicPr>
          <p:nvPr/>
        </p:nvPicPr>
        <p:blipFill>
          <a:blip r:embed="rId3"/>
          <a:stretch>
            <a:fillRect/>
          </a:stretch>
        </p:blipFill>
        <p:spPr>
          <a:xfrm>
            <a:off x="84949" y="381000"/>
            <a:ext cx="5767316" cy="4938188"/>
          </a:xfrm>
          <a:prstGeom prst="rect">
            <a:avLst/>
          </a:prstGeom>
        </p:spPr>
      </p:pic>
    </p:spTree>
    <p:extLst>
      <p:ext uri="{BB962C8B-B14F-4D97-AF65-F5344CB8AC3E}">
        <p14:creationId xmlns:p14="http://schemas.microsoft.com/office/powerpoint/2010/main" val="3133164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0"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a:t>
            </a:r>
            <a:r>
              <a:rPr lang="fa-IR" sz="2100" dirty="0">
                <a:solidFill>
                  <a:srgbClr val="2B4C31"/>
                </a:solidFill>
                <a:latin typeface="IBM Plex Sans Arabic Medium" panose="020B0603050203000203" pitchFamily="34" charset="-78"/>
                <a:cs typeface="IBM Plex Sans Arabic Medium" panose="020B0603050203000203" pitchFamily="34" charset="-78"/>
              </a:rPr>
              <a:t>۴</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منطق عملکرد و </a:t>
            </a:r>
            <a:r>
              <a:rPr kumimoji="0" lang="fa-IR" sz="2100" b="0" i="0" u="none" strike="noStrike" kern="1200" cap="none" spc="0" normalizeH="0" baseline="0" noProof="0" dirty="0" err="1">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الگوریتم</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14115"/>
            <a:ext cx="4310997" cy="4797326"/>
          </a:xfrm>
          <a:prstGeom prst="rect">
            <a:avLst/>
          </a:prstGeom>
        </p:spPr>
      </p:pic>
      <p:sp>
        <p:nvSpPr>
          <p:cNvPr id="4" name="TextBox 3"/>
          <p:cNvSpPr txBox="1"/>
          <p:nvPr/>
        </p:nvSpPr>
        <p:spPr>
          <a:xfrm>
            <a:off x="7279462" y="1263700"/>
            <a:ext cx="3971775"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۱. نظارت مستقیم بر ایمنی فیزیکی</a:t>
            </a:r>
          </a:p>
        </p:txBody>
      </p:sp>
      <p:sp>
        <p:nvSpPr>
          <p:cNvPr id="8" name="TextBox 7"/>
          <p:cNvSpPr txBox="1"/>
          <p:nvPr/>
        </p:nvSpPr>
        <p:spPr>
          <a:xfrm>
            <a:off x="7533054" y="1652796"/>
            <a:ext cx="3782644" cy="859402"/>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نظارت لحظه ای بر رعایت پروتکل های ایمنی از طریق بررسی وضعیت لباس کارگران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بررسی و حفظ فاصله ایمنی کارگران از دستگاه های خطرناک جهت جلوگیری از حوادثی نظیر قطع عضو به دلیل حواس پرتی</a:t>
            </a:r>
          </a:p>
        </p:txBody>
      </p:sp>
      <p:grpSp>
        <p:nvGrpSpPr>
          <p:cNvPr id="24" name="Group 23">
            <a:extLst>
              <a:ext uri="{FF2B5EF4-FFF2-40B4-BE49-F238E27FC236}">
                <a16:creationId xmlns:a16="http://schemas.microsoft.com/office/drawing/2014/main" id="{82303E9F-7A0B-9A21-524E-556CE55B0531}"/>
              </a:ext>
            </a:extLst>
          </p:cNvPr>
          <p:cNvGrpSpPr/>
          <p:nvPr/>
        </p:nvGrpSpPr>
        <p:grpSpPr>
          <a:xfrm>
            <a:off x="556707" y="1029075"/>
            <a:ext cx="4411518" cy="4797327"/>
            <a:chOff x="3957283" y="1030337"/>
            <a:chExt cx="3726118"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957283" y="1252384"/>
              <a:ext cx="3575000" cy="207535"/>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۲. نظارت غیر مستقیم و مدیریت کار ها</a:t>
              </a:r>
            </a:p>
          </p:txBody>
        </p:sp>
        <p:sp>
          <p:nvSpPr>
            <p:cNvPr id="12" name="TextBox 11">
              <a:extLst>
                <a:ext uri="{FF2B5EF4-FFF2-40B4-BE49-F238E27FC236}">
                  <a16:creationId xmlns:a16="http://schemas.microsoft.com/office/drawing/2014/main" id="{B3BF80DF-2263-74AE-FA28-F9F58B8BB50F}"/>
                </a:ext>
              </a:extLst>
            </p:cNvPr>
            <p:cNvSpPr txBox="1"/>
            <p:nvPr/>
          </p:nvSpPr>
          <p:spPr>
            <a:xfrm>
              <a:off x="4259519" y="1543133"/>
              <a:ext cx="3272763" cy="607434"/>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بررسی مناسب بودن تسک های محوله نسبت به محدوده سنی کارگر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کمک به افراد مسن تر کارخانه در جهت امرار معاش راحت تر و جلوگیری از آسیب های فیزیکی در طولانی مدت</a:t>
              </a:r>
            </a:p>
          </p:txBody>
        </p:sp>
      </p:grpSp>
    </p:spTree>
    <p:extLst>
      <p:ext uri="{BB962C8B-B14F-4D97-AF65-F5344CB8AC3E}">
        <p14:creationId xmlns:p14="http://schemas.microsoft.com/office/powerpoint/2010/main" val="4315331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a:t>
            </a:r>
            <a:r>
              <a:rPr lang="fa-IR" sz="2100" dirty="0">
                <a:solidFill>
                  <a:srgbClr val="2B4C31"/>
                </a:solidFill>
                <a:latin typeface="IBM Plex Sans Arabic Medium" panose="020B0603050203000203" pitchFamily="34" charset="-78"/>
                <a:cs typeface="IBM Plex Sans Arabic Medium" panose="020B0603050203000203" pitchFamily="34" charset="-78"/>
              </a:rPr>
              <a:t>۴</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منطق عملکرد و الگوریتم‌های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14115"/>
            <a:ext cx="4310997" cy="4797326"/>
          </a:xfrm>
          <a:prstGeom prst="rect">
            <a:avLst/>
          </a:prstGeom>
        </p:spPr>
      </p:pic>
      <p:pic>
        <p:nvPicPr>
          <p:cNvPr id="6" name="Picture 5" descr="image.png"/>
          <p:cNvPicPr>
            <a:picLocks noChangeAspect="1"/>
          </p:cNvPicPr>
          <p:nvPr/>
        </p:nvPicPr>
        <p:blipFill>
          <a:blip r:embed="rId4"/>
          <a:stretch>
            <a:fillRect/>
          </a:stretch>
        </p:blipFill>
        <p:spPr>
          <a:xfrm>
            <a:off x="10718431" y="1271291"/>
            <a:ext cx="597269" cy="495300"/>
          </a:xfrm>
          <a:prstGeom prst="rect">
            <a:avLst/>
          </a:prstGeom>
        </p:spPr>
      </p:pic>
      <p:sp>
        <p:nvSpPr>
          <p:cNvPr id="4" name="TextBox 3"/>
          <p:cNvSpPr txBox="1"/>
          <p:nvPr/>
        </p:nvSpPr>
        <p:spPr>
          <a:xfrm>
            <a:off x="7343924" y="1938041"/>
            <a:ext cx="3971775"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۱. خواندن و فیلترسازی دما</a:t>
            </a: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p:cNvSpPr txBox="1"/>
          <p:nvPr/>
        </p:nvSpPr>
        <p:spPr>
          <a:xfrm>
            <a:off x="7533055" y="2309516"/>
            <a:ext cx="3782644" cy="2385461"/>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نمونه‌برداری از سنسور: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سیگنال آنالوگ سنسور دما از طریق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پایه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PA0 / ADC1_IN0</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خوانده می‌شود.  مقدار خام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(بين ۰ تا ۴۰۹۵ در مد ۱۲ بیتی) دریافت و با فرمول خطی به ولتاژ و سپس به درجه سانتی‌گراد تبدیل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 بافر چرخشی: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برای کاهش نویز نمونه‌برداری آنالوگ و جلوگیری از نوسان ناگهانی عملگرها، از الگوریتم میانگین متحرک استفاده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آخرین نمونه‌های دما در یک بافر چرخشی با ظرفیت مشخص ذخیره می‌شوند.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در هر دور اجرای حلقه، نمونه جدید جایگزین قدیمی‌ترین نمونه شده و میانگین کل نمونه‌های بافر به عنوان دمای معتبر سیستم محاسبه می‌گردد. </a:t>
            </a:r>
            <a:endParaRPr kumimoji="0"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5" name="Picture 14" descr="image.png"/>
          <p:cNvPicPr>
            <a:picLocks noChangeAspect="1"/>
          </p:cNvPicPr>
          <p:nvPr/>
        </p:nvPicPr>
        <p:blipFill>
          <a:blip r:embed="rId5"/>
          <a:stretch>
            <a:fillRect/>
          </a:stretch>
        </p:blipFill>
        <p:spPr>
          <a:xfrm>
            <a:off x="10879794" y="1385591"/>
            <a:ext cx="321606" cy="266700"/>
          </a:xfrm>
          <a:prstGeom prst="rect">
            <a:avLst/>
          </a:prstGeom>
        </p:spPr>
      </p:pic>
      <p:grpSp>
        <p:nvGrpSpPr>
          <p:cNvPr id="24" name="Group 23">
            <a:extLst>
              <a:ext uri="{FF2B5EF4-FFF2-40B4-BE49-F238E27FC236}">
                <a16:creationId xmlns:a16="http://schemas.microsoft.com/office/drawing/2014/main" id="{82303E9F-7A0B-9A21-524E-556CE55B0531}"/>
              </a:ext>
            </a:extLst>
          </p:cNvPr>
          <p:cNvGrpSpPr/>
          <p:nvPr/>
        </p:nvGrpSpPr>
        <p:grpSpPr>
          <a:xfrm>
            <a:off x="476250" y="1029075"/>
            <a:ext cx="4491975" cy="4797327"/>
            <a:chOff x="3889326" y="1030337"/>
            <a:chExt cx="3794075"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pic>
          <p:nvPicPr>
            <p:cNvPr id="10" name="Picture 9" descr="image.png">
              <a:extLst>
                <a:ext uri="{FF2B5EF4-FFF2-40B4-BE49-F238E27FC236}">
                  <a16:creationId xmlns:a16="http://schemas.microsoft.com/office/drawing/2014/main" id="{91BC4F8F-B178-12B5-A283-D53747D66801}"/>
                </a:ext>
              </a:extLst>
            </p:cNvPr>
            <p:cNvPicPr>
              <a:picLocks noChangeAspect="1"/>
            </p:cNvPicPr>
            <p:nvPr/>
          </p:nvPicPr>
          <p:blipFill>
            <a:blip r:embed="rId4"/>
            <a:stretch>
              <a:fillRect/>
            </a:stretch>
          </p:blipFill>
          <p:spPr>
            <a:xfrm>
              <a:off x="6969027" y="1287513"/>
              <a:ext cx="495300" cy="49530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889326" y="1954263"/>
              <a:ext cx="3575000" cy="207535"/>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۲. منطق کنترل دما و عملگر سرمایشی/گرمایشی</a:t>
              </a: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B3BF80DF-2263-74AE-FA28-F9F58B8BB50F}"/>
                </a:ext>
              </a:extLst>
            </p:cNvPr>
            <p:cNvSpPr txBox="1"/>
            <p:nvPr/>
          </p:nvSpPr>
          <p:spPr>
            <a:xfrm>
              <a:off x="4327476" y="2325738"/>
              <a:ext cx="3136850" cy="2257580"/>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مقایسه با آستانه تولرانس:</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سیستم دمای میانگین محاسبه‌شده را با دمای هدف</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 درصد تولرانس مجاز مقایسه می‌کند.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تصمیم‌گیری برای عملگرها:</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اگر دمای میانگین &gt; حد بالا: فن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PIN_FAN</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PA1</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هیتر خاموش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اگر دمای میانگین &lt; حد پایین: هیتر</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PIN_HEATER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PA2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فن خاموش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اگر دما در محدوده امن باشد: هر دو عملگر فن و هیتر خاموش می‌مانند. </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pic>
        <p:nvPicPr>
          <p:cNvPr id="13" name="Picture 12" descr="image.png">
            <a:extLst>
              <a:ext uri="{FF2B5EF4-FFF2-40B4-BE49-F238E27FC236}">
                <a16:creationId xmlns:a16="http://schemas.microsoft.com/office/drawing/2014/main" id="{5213B54F-FC6E-CB75-188E-3C86FEC84D46}"/>
              </a:ext>
            </a:extLst>
          </p:cNvPr>
          <p:cNvPicPr>
            <a:picLocks noChangeAspect="1"/>
          </p:cNvPicPr>
          <p:nvPr/>
        </p:nvPicPr>
        <p:blipFill>
          <a:blip r:embed="rId5"/>
          <a:stretch>
            <a:fillRect/>
          </a:stretch>
        </p:blipFill>
        <p:spPr>
          <a:xfrm>
            <a:off x="4357193" y="1429147"/>
            <a:ext cx="315758" cy="266700"/>
          </a:xfrm>
          <a:prstGeom prst="rect">
            <a:avLst/>
          </a:prstGeom>
        </p:spPr>
      </p:pic>
      <p:grpSp>
        <p:nvGrpSpPr>
          <p:cNvPr id="14" name="Group 13">
            <a:extLst>
              <a:ext uri="{FF2B5EF4-FFF2-40B4-BE49-F238E27FC236}">
                <a16:creationId xmlns:a16="http://schemas.microsoft.com/office/drawing/2014/main" id="{0C499AC4-F49C-F32B-1D54-1ECDE895D919}"/>
              </a:ext>
            </a:extLst>
          </p:cNvPr>
          <p:cNvGrpSpPr/>
          <p:nvPr/>
        </p:nvGrpSpPr>
        <p:grpSpPr>
          <a:xfrm>
            <a:off x="578870" y="1014115"/>
            <a:ext cx="4389617" cy="4797326"/>
            <a:chOff x="7211833" y="1030337"/>
            <a:chExt cx="4389617" cy="4797326"/>
          </a:xfrm>
        </p:grpSpPr>
        <p:pic>
          <p:nvPicPr>
            <p:cNvPr id="3" name="Picture 2" descr="image.png"/>
            <p:cNvPicPr>
              <a:picLocks noChangeAspect="1"/>
            </p:cNvPicPr>
            <p:nvPr/>
          </p:nvPicPr>
          <p:blipFill>
            <a:blip r:embed="rId3"/>
            <a:stretch>
              <a:fillRect/>
            </a:stretch>
          </p:blipFill>
          <p:spPr>
            <a:xfrm>
              <a:off x="7211833" y="1030337"/>
              <a:ext cx="4389617" cy="4797326"/>
            </a:xfrm>
            <a:prstGeom prst="rect">
              <a:avLst/>
            </a:prstGeom>
          </p:spPr>
        </p:pic>
        <p:sp>
          <p:nvSpPr>
            <p:cNvPr id="17" name="TextBox 16"/>
            <p:cNvSpPr txBox="1"/>
            <p:nvPr/>
          </p:nvSpPr>
          <p:spPr>
            <a:xfrm>
              <a:off x="8145833" y="1254577"/>
              <a:ext cx="3293692" cy="215444"/>
            </a:xfrm>
            <a:prstGeom prst="rect">
              <a:avLst/>
            </a:prstGeom>
            <a:noFill/>
          </p:spPr>
          <p:txBody>
            <a:bodyPr wrap="square" lIns="0" tIns="0" rIns="0" bIns="0" anchor="t">
              <a:spAutoFit/>
            </a:bodyPr>
            <a:lstStyle/>
            <a:p>
              <a:pPr algn="r" rtl="1"/>
              <a:r>
                <a:rPr lang="fa-IR" sz="1400" b="1" dirty="0">
                  <a:solidFill>
                    <a:srgbClr val="1B3320"/>
                  </a:solidFill>
                  <a:latin typeface="IBM Plex Sans Arabic Medium" panose="020B0603050203000203" pitchFamily="34" charset="-78"/>
                  <a:cs typeface="IBM Plex Sans Arabic Medium" panose="020B0603050203000203" pitchFamily="34" charset="-78"/>
                </a:rPr>
                <a:t>2. سرعت پردازش و مسیر دهی دیتابیس</a:t>
              </a:r>
            </a:p>
          </p:txBody>
        </p:sp>
        <p:sp>
          <p:nvSpPr>
            <p:cNvPr id="18" name="TextBox 17"/>
            <p:cNvSpPr txBox="1"/>
            <p:nvPr/>
          </p:nvSpPr>
          <p:spPr>
            <a:xfrm>
              <a:off x="7573798" y="1656618"/>
              <a:ext cx="3822175" cy="849656"/>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●اعمال فرمول باقی مانده تقسیم بر 1</a:t>
              </a:r>
              <a:r>
                <a:rPr lang="fa-IR" sz="1100" dirty="0">
                  <a:solidFill>
                    <a:srgbClr val="3A523E"/>
                  </a:solidFill>
                  <a:latin typeface="IBM Plex Sans Arabic Medium" panose="020B0603050203000203" pitchFamily="34" charset="-78"/>
                  <a:cs typeface="IBM Plex Sans Arabic Medium" panose="020B0603050203000203" pitchFamily="34" charset="-78"/>
                </a:rPr>
                <a:t>0</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00 بر روی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ID</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کارگر برای استخراج شماره خط هدف و پرش مستقیم به داده(جهت جلوگیری از کندی جستجوی خط به خط)</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پپیاده سازی سیستم مسیردهی پویا با تعریف یک مسیر ریشه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DB_PATH_BASE</a:t>
              </a:r>
              <a:r>
                <a:rPr lang="fa-IR" sz="1100" dirty="0">
                  <a:solidFill>
                    <a:srgbClr val="3A523E"/>
                  </a:solidFill>
                  <a:latin typeface="IBM Plex Sans Arabic Medium" panose="020B0603050203000203" pitchFamily="34" charset="-78"/>
                  <a:cs typeface="IBM Plex Sans Arabic Medium" panose="020B0603050203000203" pitchFamily="34" charset="-78"/>
                </a:rPr>
                <a:t>)</a:t>
              </a:r>
              <a:endPar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pic>
        <p:nvPicPr>
          <p:cNvPr id="22" name="Picture 21" descr="image.png">
            <a:extLst>
              <a:ext uri="{FF2B5EF4-FFF2-40B4-BE49-F238E27FC236}">
                <a16:creationId xmlns:a16="http://schemas.microsoft.com/office/drawing/2014/main" id="{9A50A26B-FCC3-6A82-2DFC-576DE9D8C9CF}"/>
              </a:ext>
            </a:extLst>
          </p:cNvPr>
          <p:cNvPicPr>
            <a:picLocks noChangeAspect="1"/>
          </p:cNvPicPr>
          <p:nvPr/>
        </p:nvPicPr>
        <p:blipFill>
          <a:blip r:embed="rId3"/>
          <a:stretch>
            <a:fillRect/>
          </a:stretch>
        </p:blipFill>
        <p:spPr>
          <a:xfrm>
            <a:off x="6948583" y="1009214"/>
            <a:ext cx="4586191" cy="4807128"/>
          </a:xfrm>
          <a:prstGeom prst="rect">
            <a:avLst/>
          </a:prstGeom>
        </p:spPr>
      </p:pic>
      <p:sp>
        <p:nvSpPr>
          <p:cNvPr id="26" name="TextBox 25">
            <a:extLst>
              <a:ext uri="{FF2B5EF4-FFF2-40B4-BE49-F238E27FC236}">
                <a16:creationId xmlns:a16="http://schemas.microsoft.com/office/drawing/2014/main" id="{222C8477-209E-3EC0-E38A-271EC7D65249}"/>
              </a:ext>
            </a:extLst>
          </p:cNvPr>
          <p:cNvSpPr txBox="1"/>
          <p:nvPr/>
        </p:nvSpPr>
        <p:spPr>
          <a:xfrm>
            <a:off x="7740700" y="1262480"/>
            <a:ext cx="3575000" cy="434734"/>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۳. </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مدیریت حافظه و جلوگیری از تداخل داده‌ها</a:t>
            </a: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7" name="TextBox 26">
            <a:extLst>
              <a:ext uri="{FF2B5EF4-FFF2-40B4-BE49-F238E27FC236}">
                <a16:creationId xmlns:a16="http://schemas.microsoft.com/office/drawing/2014/main" id="{AC7389C7-D4B1-DD1D-7FA6-9AE18CC3BEDF}"/>
              </a:ext>
            </a:extLst>
          </p:cNvPr>
          <p:cNvSpPr txBox="1"/>
          <p:nvPr/>
        </p:nvSpPr>
        <p:spPr>
          <a:xfrm>
            <a:off x="7100458" y="1701007"/>
            <a:ext cx="4282439" cy="859851"/>
          </a:xfrm>
          <a:prstGeom prst="rect">
            <a:avLst/>
          </a:prstGeom>
          <a:noFill/>
        </p:spPr>
        <p:txBody>
          <a:bodyPr wrap="square" lIns="0" tIns="0" rIns="0" bIns="0" anchor="t">
            <a:spAutoFit/>
          </a:bodyPr>
          <a:lstStyle/>
          <a:p>
            <a:pPr lvl="0" algn="r" rtl="1">
              <a:lnSpc>
                <a:spcPts val="1739"/>
              </a:lnSpc>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برای رفع مشکل سرریز </a:t>
            </a:r>
            <a:r>
              <a:rPr kumimoji="0" lang="fa-IR" sz="1200" b="0"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بافر</a:t>
            </a:r>
            <a:r>
              <a:rPr kumimoji="0" lang="fa-IR"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lang="en-US" sz="1200" dirty="0">
                <a:solidFill>
                  <a:prstClr val="black"/>
                </a:solidFill>
                <a:latin typeface="IBM Plex Sans Arabic Medium" panose="020B0603050203000203" pitchFamily="34" charset="-78"/>
                <a:cs typeface="IBM Plex Sans Arabic Medium" panose="020B0603050203000203" pitchFamily="34" charset="-78"/>
              </a:rPr>
              <a:t>Buffer Overflow</a:t>
            </a:r>
            <a:r>
              <a:rPr kumimoji="0" lang="fa-IR"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مرز آرایه ها به دقت کنترل شد و از توابع امنی نظیر </a:t>
            </a:r>
            <a:r>
              <a:rPr kumimoji="0" lang="en-US" sz="1200" b="0"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strncpy</a:t>
            </a:r>
            <a:r>
              <a:rPr kumimoji="0" lang="fa-IR"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استفاده گردید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پیاده سازی مکانیزم "کپی سایه" در فایل های متنی برای جلوگیری از</a:t>
            </a:r>
            <a:r>
              <a:rPr kumimoji="0" lang="en-US"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Overwrite </a:t>
            </a:r>
            <a:r>
              <a:rPr kumimoji="0" lang="fa-IR" sz="1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شدن بایت ها و تداخل حافظه در دیتابیس</a:t>
            </a:r>
          </a:p>
        </p:txBody>
      </p:sp>
    </p:spTree>
    <p:extLst>
      <p:ext uri="{BB962C8B-B14F-4D97-AF65-F5344CB8AC3E}">
        <p14:creationId xmlns:p14="http://schemas.microsoft.com/office/powerpoint/2010/main" val="3959133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بخش‌۴؛ شبیه سازی و پیاده سازی سخت افزاری</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57A9A2BA-2A32-B00E-9C97-C6A5FF1CE67E}"/>
              </a:ext>
            </a:extLst>
          </p:cNvPr>
          <p:cNvSpPr txBox="1"/>
          <p:nvPr/>
        </p:nvSpPr>
        <p:spPr>
          <a:xfrm>
            <a:off x="7439940" y="1247438"/>
            <a:ext cx="4422913" cy="3754874"/>
          </a:xfrm>
          <a:prstGeom prst="rect">
            <a:avLst/>
          </a:prstGeom>
          <a:noFill/>
        </p:spPr>
        <p:txBody>
          <a:bodyPr wrap="square" rtlCol="0">
            <a:spAutoFit/>
          </a:bodyPr>
          <a:lstStyle/>
          <a:p>
            <a:pPr marL="285750" lvl="0" indent="-285750" algn="r" rtl="1">
              <a:buFont typeface="Arial" panose="020B0604020202020204" pitchFamily="34" charset="0"/>
              <a:buChar char="•"/>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سیستم مرکزی: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وظیفه دریافت، تحلیل و مدیریت داده های ایمنی (مثل خطا های مربوط به عدم پوشش مناسب یا رعایت نکردن فاصله ایمنی) را بر عهده دارد. این سیستم همچنین مجهز به یک مکانیزم پاداش دهی(</a:t>
            </a:r>
            <a:r>
              <a:rPr lang="en-US" sz="1400" dirty="0">
                <a:solidFill>
                  <a:prstClr val="black"/>
                </a:solidFill>
                <a:latin typeface="IBM Plex Sans Arabic Medium" panose="020B0603050203000203" pitchFamily="34" charset="-78"/>
                <a:cs typeface="IBM Plex Sans Arabic Medium" panose="020B0603050203000203" pitchFamily="34" charset="-78"/>
              </a:rPr>
              <a:t>bonus</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است که با پایش مداوم عملکرد کارگران، پاداشِ انجام کار های اضافی را محاسبه و به صورت خودکار در دیتابیس و سوابق آنها ثبت می‌کند.</a:t>
            </a:r>
          </a:p>
          <a:p>
            <a:pPr marL="285750" lvl="0" indent="-285750" algn="r" rtl="1">
              <a:buFont typeface="Arial" panose="020B0604020202020204" pitchFamily="34" charset="0"/>
              <a:buChar char="•"/>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نمایشگر</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وضعیت لحظه ای سیستم را به صورت دیداری گزارش می‌دهد. در زمان بروز حادثه وضعیت هشدار (رنگ قرمز) را به نمایش می‌گذارد و پس از رفع مشکل، با نمایش پیام           </a:t>
            </a:r>
            <a:r>
              <a:rPr lang="fa-IR" sz="1400" dirty="0">
                <a:solidFill>
                  <a:prstClr val="black"/>
                </a:solidFill>
                <a:latin typeface="IBM Plex Sans Arabic Medium" panose="020B0603050203000203" pitchFamily="34" charset="-78"/>
                <a:cs typeface="IBM Plex Sans Arabic Medium" panose="020B0603050203000203" pitchFamily="34" charset="-78"/>
              </a:rPr>
              <a:t> "</a:t>
            </a:r>
            <a:r>
              <a:rPr lang="en-US" sz="1400" dirty="0">
                <a:solidFill>
                  <a:prstClr val="black"/>
                </a:solidFill>
                <a:latin typeface="IBM Plex Sans Arabic Medium" panose="020B0603050203000203" pitchFamily="34" charset="-78"/>
                <a:cs typeface="IBM Plex Sans Arabic Medium" panose="020B0603050203000203" pitchFamily="34" charset="-78"/>
              </a:rPr>
              <a:t>Error Solved!</a:t>
            </a:r>
            <a:r>
              <a:rPr lang="fa-IR" sz="1400" dirty="0">
                <a:solidFill>
                  <a:prstClr val="black"/>
                </a:solidFill>
                <a:latin typeface="IBM Plex Sans Arabic Medium" panose="020B0603050203000203" pitchFamily="34" charset="-78"/>
                <a:cs typeface="IBM Plex Sans Arabic Medium" panose="020B0603050203000203" pitchFamily="34" charset="-78"/>
              </a:rPr>
              <a:t>"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کارگر را مطلع می‌کند</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LED</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چراغ خطر)</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به عنوان یک هشدار دهنده بصری سریع عمل کرده و به محض تشخیص هرگونه نقض در پروتکل‌های ایمنی، فوراً روشن می‌شود </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آژیر: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نقش هشدار دهنده صوتی سیستم را ایفا می‌کند و همزمان با </a:t>
            </a: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LED</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و تغییر وضعیت نمایشگر، در کسری از ثانیه به صدا در می‌آید تا توجه افراد حاضر در محیط را به سرعت جلب کند.</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a:extLst>
              <a:ext uri="{FF2B5EF4-FFF2-40B4-BE49-F238E27FC236}">
                <a16:creationId xmlns:a16="http://schemas.microsoft.com/office/drawing/2014/main" id="{0504231C-4F1A-5FEA-A34B-6C8F68A04D82}"/>
              </a:ext>
            </a:extLst>
          </p:cNvPr>
          <p:cNvPicPr>
            <a:picLocks noChangeAspect="1"/>
          </p:cNvPicPr>
          <p:nvPr/>
        </p:nvPicPr>
        <p:blipFill>
          <a:blip r:embed="rId3"/>
          <a:srcRect/>
          <a:stretch/>
        </p:blipFill>
        <p:spPr>
          <a:xfrm>
            <a:off x="217913" y="279142"/>
            <a:ext cx="6215029" cy="4318151"/>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9049E279-F14C-B9D5-1DC5-4815D009E609}"/>
              </a:ext>
            </a:extLst>
          </p:cNvPr>
          <p:cNvPicPr>
            <a:picLocks noChangeAspect="1"/>
          </p:cNvPicPr>
          <p:nvPr/>
        </p:nvPicPr>
        <p:blipFill>
          <a:blip r:embed="rId4"/>
          <a:srcRect/>
          <a:stretch/>
        </p:blipFill>
        <p:spPr>
          <a:xfrm>
            <a:off x="329147" y="4821463"/>
            <a:ext cx="5992562" cy="17573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2655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4" name="TextBox 3">
            <a:extLst>
              <a:ext uri="{FF2B5EF4-FFF2-40B4-BE49-F238E27FC236}">
                <a16:creationId xmlns:a16="http://schemas.microsoft.com/office/drawing/2014/main" id="{372EDE37-9BD7-E844-0894-4C907EE15650}"/>
              </a:ext>
            </a:extLst>
          </p:cNvPr>
          <p:cNvSpPr txBox="1"/>
          <p:nvPr/>
        </p:nvSpPr>
        <p:spPr>
          <a:xfrm>
            <a:off x="1866485" y="2663647"/>
            <a:ext cx="8459027" cy="584775"/>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پایش دستگاه های تولیدی</a:t>
            </a:r>
          </a:p>
        </p:txBody>
      </p:sp>
      <p:sp>
        <p:nvSpPr>
          <p:cNvPr id="5" name="Rectangle: Rounded Corners 4">
            <a:extLst>
              <a:ext uri="{FF2B5EF4-FFF2-40B4-BE49-F238E27FC236}">
                <a16:creationId xmlns:a16="http://schemas.microsoft.com/office/drawing/2014/main" id="{AED5023D-FFFA-C74F-E834-6DCD78E3501B}"/>
              </a:ext>
            </a:extLst>
          </p:cNvPr>
          <p:cNvSpPr/>
          <p:nvPr/>
        </p:nvSpPr>
        <p:spPr>
          <a:xfrm>
            <a:off x="3277189" y="3357148"/>
            <a:ext cx="5812547" cy="379468"/>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a:extLst>
              <a:ext uri="{FF2B5EF4-FFF2-40B4-BE49-F238E27FC236}">
                <a16:creationId xmlns:a16="http://schemas.microsoft.com/office/drawing/2014/main" id="{BC6D63F5-D312-2C18-9884-D4E0233A9B7A}"/>
              </a:ext>
            </a:extLst>
          </p:cNvPr>
          <p:cNvSpPr txBox="1"/>
          <p:nvPr/>
        </p:nvSpPr>
        <p:spPr>
          <a:xfrm>
            <a:off x="3135463" y="3353308"/>
            <a:ext cx="6096000" cy="923330"/>
          </a:xfrm>
          <a:prstGeom prst="rect">
            <a:avLst/>
          </a:prstGeom>
          <a:noFill/>
        </p:spPr>
        <p:txBody>
          <a:bodyPr wrap="square">
            <a:spAutoFit/>
          </a:bodyPr>
          <a:lstStyle/>
          <a:p>
            <a:pPr marL="0" marR="0" lvl="0" indent="0" algn="ctr" defTabSz="457200" rtl="0" eaLnBrk="1" fontAlgn="auto" latinLnBrk="0" hangingPunct="1">
              <a:lnSpc>
                <a:spcPct val="100000"/>
              </a:lnSpc>
              <a:spcBef>
                <a:spcPts val="750"/>
              </a:spcBef>
              <a:spcAft>
                <a:spcPts val="0"/>
              </a:spcAft>
              <a:buClrTx/>
              <a:buSzTx/>
              <a:buFontTx/>
              <a:buNone/>
              <a:tabLst/>
              <a:defRPr/>
            </a:pPr>
            <a:r>
              <a:rPr kumimoji="0" lang="fa-IR" sz="1800" b="1"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rPr>
              <a:t>کنترل ویبراسیون ، تحلیل و نمایش در المان های بصری</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fa-IR"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endParaRPr kumimoji="0" lang="en-US"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 name="TextBox 1">
            <a:extLst>
              <a:ext uri="{FF2B5EF4-FFF2-40B4-BE49-F238E27FC236}">
                <a16:creationId xmlns:a16="http://schemas.microsoft.com/office/drawing/2014/main" id="{FD65AA4E-FB66-AA43-DB72-EF77F75DD561}"/>
              </a:ext>
            </a:extLst>
          </p:cNvPr>
          <p:cNvSpPr txBox="1"/>
          <p:nvPr/>
        </p:nvSpPr>
        <p:spPr>
          <a:xfrm>
            <a:off x="2381249" y="3825229"/>
            <a:ext cx="7429500" cy="261610"/>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تحلیل بر اساس استاندارد های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ISO10816_3</a:t>
            </a:r>
          </a:p>
        </p:txBody>
      </p:sp>
      <p:pic>
        <p:nvPicPr>
          <p:cNvPr id="6146" name="Picture 2">
            <a:extLst>
              <a:ext uri="{FF2B5EF4-FFF2-40B4-BE49-F238E27FC236}">
                <a16:creationId xmlns:a16="http://schemas.microsoft.com/office/drawing/2014/main" id="{E08B50DC-99A7-A8C5-61AC-B1C91469E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5773" y="3884596"/>
            <a:ext cx="123825"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301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685801" y="412664"/>
            <a:ext cx="10848974"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a:t>
            </a:r>
            <a:r>
              <a:rPr lang="fa-IR" sz="2100" dirty="0">
                <a:solidFill>
                  <a:srgbClr val="2B4C31"/>
                </a:solidFill>
                <a:latin typeface="IBM Plex Sans Arabic Medium" panose="020B0603050203000203" pitchFamily="34" charset="-78"/>
                <a:cs typeface="IBM Plex Sans Arabic Medium" panose="020B0603050203000203" pitchFamily="34" charset="-78"/>
              </a:rPr>
              <a:t>از مهندسی تا صنعت؛</a:t>
            </a:r>
            <a:endPar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4" name="TextBox 13">
            <a:extLst>
              <a:ext uri="{FF2B5EF4-FFF2-40B4-BE49-F238E27FC236}">
                <a16:creationId xmlns:a16="http://schemas.microsoft.com/office/drawing/2014/main" id="{A5AA1658-DA6A-CC68-DC71-3D514F589EAF}"/>
              </a:ext>
            </a:extLst>
          </p:cNvPr>
          <p:cNvSpPr txBox="1"/>
          <p:nvPr/>
        </p:nvSpPr>
        <p:spPr>
          <a:xfrm>
            <a:off x="956583" y="820936"/>
            <a:ext cx="10702017" cy="4589718"/>
          </a:xfrm>
          <a:prstGeom prst="rect">
            <a:avLst/>
          </a:prstGeom>
          <a:noFill/>
        </p:spPr>
        <p:txBody>
          <a:bodyPr wrap="square">
            <a:spAutoFit/>
          </a:bodyPr>
          <a:lstStyle/>
          <a:p>
            <a:pPr algn="r" rtl="1">
              <a:lnSpc>
                <a:spcPct val="150000"/>
              </a:lnSpc>
              <a:buNone/>
            </a:pPr>
            <a:r>
              <a:rPr lang="ar-SA" sz="1400" b="1" dirty="0">
                <a:latin typeface="IBM Plex Sans Arabic Medium" panose="020B0603050203000203" pitchFamily="34" charset="-78"/>
                <a:cs typeface="IBM Plex Sans Arabic Medium" panose="020B0603050203000203" pitchFamily="34" charset="-78"/>
              </a:rPr>
              <a:t>تبدیل یک ایده‌ی مهندسی به یک سیستم مانیتورینگ صنعتی</a:t>
            </a:r>
          </a:p>
          <a:p>
            <a:pPr algn="r" rtl="1">
              <a:lnSpc>
                <a:spcPct val="150000"/>
              </a:lnSpc>
              <a:buNone/>
            </a:pPr>
            <a:r>
              <a:rPr lang="ar-SA" sz="1400" dirty="0">
                <a:latin typeface="IBM Plex Sans Arabic Medium" panose="020B0603050203000203" pitchFamily="34" charset="-78"/>
                <a:cs typeface="IBM Plex Sans Arabic Medium" panose="020B0603050203000203" pitchFamily="34" charset="-78"/>
              </a:rPr>
              <a:t>در کارخانه</a:t>
            </a:r>
            <a:r>
              <a:rPr lang="fa-IR" sz="1400" dirty="0">
                <a:latin typeface="IBM Plex Sans Arabic Medium" panose="020B0603050203000203" pitchFamily="34" charset="-78"/>
                <a:cs typeface="IBM Plex Sans Arabic Medium" panose="020B0603050203000203" pitchFamily="34" charset="-78"/>
              </a:rPr>
              <a:t> </a:t>
            </a:r>
            <a:r>
              <a:rPr lang="ar-SA" sz="1400" dirty="0">
                <a:latin typeface="IBM Plex Sans Arabic Medium" panose="020B0603050203000203" pitchFamily="34" charset="-78"/>
                <a:cs typeface="IBM Plex Sans Arabic Medium" panose="020B0603050203000203" pitchFamily="34" charset="-78"/>
              </a:rPr>
              <a:t>های هوشمند، یکی از مهم</a:t>
            </a:r>
            <a:r>
              <a:rPr lang="fa-IR" sz="1400" dirty="0">
                <a:latin typeface="IBM Plex Sans Arabic Medium" panose="020B0603050203000203" pitchFamily="34" charset="-78"/>
                <a:cs typeface="IBM Plex Sans Arabic Medium" panose="020B0603050203000203" pitchFamily="34" charset="-78"/>
              </a:rPr>
              <a:t> </a:t>
            </a:r>
            <a:r>
              <a:rPr lang="ar-SA" sz="1400" dirty="0">
                <a:latin typeface="IBM Plex Sans Arabic Medium" panose="020B0603050203000203" pitchFamily="34" charset="-78"/>
                <a:cs typeface="IBM Plex Sans Arabic Medium" panose="020B0603050203000203" pitchFamily="34" charset="-78"/>
              </a:rPr>
              <a:t>ترین روش</a:t>
            </a:r>
            <a:r>
              <a:rPr lang="fa-IR" sz="1400" dirty="0">
                <a:latin typeface="IBM Plex Sans Arabic Medium" panose="020B0603050203000203" pitchFamily="34" charset="-78"/>
                <a:cs typeface="IBM Plex Sans Arabic Medium" panose="020B0603050203000203" pitchFamily="34" charset="-78"/>
              </a:rPr>
              <a:t> </a:t>
            </a:r>
            <a:r>
              <a:rPr lang="ar-SA" sz="1400" dirty="0">
                <a:latin typeface="IBM Plex Sans Arabic Medium" panose="020B0603050203000203" pitchFamily="34" charset="-78"/>
                <a:cs typeface="IBM Plex Sans Arabic Medium" panose="020B0603050203000203" pitchFamily="34" charset="-78"/>
              </a:rPr>
              <a:t>های جلوگیری از خرابی تجهیزات، </a:t>
            </a:r>
            <a:r>
              <a:rPr lang="ar-SA" sz="1400" b="1" dirty="0">
                <a:latin typeface="IBM Plex Sans Arabic Medium" panose="020B0603050203000203" pitchFamily="34" charset="-78"/>
                <a:cs typeface="IBM Plex Sans Arabic Medium" panose="020B0603050203000203" pitchFamily="34" charset="-78"/>
              </a:rPr>
              <a:t>پایش وضعیت ماشین</a:t>
            </a:r>
            <a:r>
              <a:rPr lang="fa-IR" sz="1400" b="1" dirty="0">
                <a:latin typeface="IBM Plex Sans Arabic Medium" panose="020B0603050203000203" pitchFamily="34" charset="-78"/>
                <a:cs typeface="IBM Plex Sans Arabic Medium" panose="020B0603050203000203" pitchFamily="34" charset="-78"/>
              </a:rPr>
              <a:t> </a:t>
            </a:r>
            <a:r>
              <a:rPr lang="ar-SA" sz="1400" b="1" dirty="0">
                <a:latin typeface="IBM Plex Sans Arabic Medium" panose="020B0603050203000203" pitchFamily="34" charset="-78"/>
                <a:cs typeface="IBM Plex Sans Arabic Medium" panose="020B0603050203000203" pitchFamily="34" charset="-78"/>
              </a:rPr>
              <a:t>آلات </a:t>
            </a:r>
            <a:r>
              <a:rPr lang="en-US" sz="1400" b="1" dirty="0">
                <a:latin typeface="IBM Plex Sans Arabic Medium" panose="020B0603050203000203" pitchFamily="34" charset="-78"/>
                <a:cs typeface="IBM Plex Sans Arabic Medium" panose="020B0603050203000203" pitchFamily="34" charset="-78"/>
              </a:rPr>
              <a:t> Condition Monitoring</a:t>
            </a:r>
            <a:r>
              <a:rPr lang="ar-SA" sz="1400" dirty="0">
                <a:latin typeface="IBM Plex Sans Arabic Medium" panose="020B0603050203000203" pitchFamily="34" charset="-78"/>
                <a:cs typeface="IBM Plex Sans Arabic Medium" panose="020B0603050203000203" pitchFamily="34" charset="-78"/>
              </a:rPr>
              <a:t>است.</a:t>
            </a:r>
          </a:p>
          <a:p>
            <a:pPr algn="r" rtl="1">
              <a:lnSpc>
                <a:spcPct val="150000"/>
              </a:lnSpc>
              <a:buNone/>
            </a:pPr>
            <a:r>
              <a:rPr lang="ar-SA" sz="1400" dirty="0">
                <a:latin typeface="IBM Plex Sans Arabic Medium" panose="020B0603050203000203" pitchFamily="34" charset="-78"/>
                <a:cs typeface="IBM Plex Sans Arabic Medium" panose="020B0603050203000203" pitchFamily="34" charset="-78"/>
              </a:rPr>
              <a:t>لرزش غیرعادی در تجهیزاتی مانند موتور، پمپ و کمپرسور می‌تواند نشانه‌ مشکلاتی مانند:</a:t>
            </a:r>
          </a:p>
          <a:p>
            <a:pPr lvl="1" algn="r" rtl="1">
              <a:lnSpc>
                <a:spcPct val="150000"/>
              </a:lnSpc>
              <a:buFont typeface="Arial" panose="020B0604020202020204" pitchFamily="34" charset="0"/>
              <a:buChar char="•"/>
            </a:pPr>
            <a:r>
              <a:rPr lang="ar-SA" sz="1400" dirty="0">
                <a:latin typeface="IBM Plex Sans Arabic Medium" panose="020B0603050203000203" pitchFamily="34" charset="-78"/>
                <a:cs typeface="IBM Plex Sans Arabic Medium" panose="020B0603050203000203" pitchFamily="34" charset="-78"/>
              </a:rPr>
              <a:t>خرابی قطعات مکانیکی </a:t>
            </a:r>
          </a:p>
          <a:p>
            <a:pPr lvl="1" algn="r" rtl="1">
              <a:lnSpc>
                <a:spcPct val="150000"/>
              </a:lnSpc>
              <a:buFont typeface="Arial" panose="020B0604020202020204" pitchFamily="34" charset="0"/>
              <a:buChar char="•"/>
            </a:pPr>
            <a:r>
              <a:rPr lang="ar-SA" sz="1400" dirty="0">
                <a:latin typeface="IBM Plex Sans Arabic Medium" panose="020B0603050203000203" pitchFamily="34" charset="-78"/>
                <a:cs typeface="IBM Plex Sans Arabic Medium" panose="020B0603050203000203" pitchFamily="34" charset="-78"/>
              </a:rPr>
              <a:t>عدم بالانس </a:t>
            </a:r>
          </a:p>
          <a:p>
            <a:pPr lvl="1" algn="r" rtl="1">
              <a:lnSpc>
                <a:spcPct val="150000"/>
              </a:lnSpc>
              <a:buFont typeface="Arial" panose="020B0604020202020204" pitchFamily="34" charset="0"/>
              <a:buChar char="•"/>
            </a:pPr>
            <a:r>
              <a:rPr lang="ar-SA" sz="1400" dirty="0">
                <a:latin typeface="IBM Plex Sans Arabic Medium" panose="020B0603050203000203" pitchFamily="34" charset="-78"/>
                <a:cs typeface="IBM Plex Sans Arabic Medium" panose="020B0603050203000203" pitchFamily="34" charset="-78"/>
              </a:rPr>
              <a:t>فرسودگی تجهیزات </a:t>
            </a:r>
          </a:p>
          <a:p>
            <a:pPr lvl="1" algn="r" rtl="1">
              <a:lnSpc>
                <a:spcPct val="150000"/>
              </a:lnSpc>
            </a:pPr>
            <a:r>
              <a:rPr lang="ar-SA" sz="1400" dirty="0">
                <a:latin typeface="IBM Plex Sans Arabic Medium" panose="020B0603050203000203" pitchFamily="34" charset="-78"/>
                <a:cs typeface="IBM Plex Sans Arabic Medium" panose="020B0603050203000203" pitchFamily="34" charset="-78"/>
              </a:rPr>
              <a:t>باشد.</a:t>
            </a:r>
            <a:endParaRPr lang="fa-IR" sz="1400" dirty="0">
              <a:latin typeface="IBM Plex Sans Arabic Medium" panose="020B0603050203000203" pitchFamily="34" charset="-78"/>
              <a:cs typeface="IBM Plex Sans Arabic Medium" panose="020B0603050203000203" pitchFamily="34" charset="-78"/>
            </a:endParaRPr>
          </a:p>
          <a:p>
            <a:pPr lvl="1" algn="r" rtl="1">
              <a:lnSpc>
                <a:spcPct val="150000"/>
              </a:lnSpc>
            </a:pPr>
            <a:endParaRPr lang="ar-SA" sz="1400" dirty="0">
              <a:latin typeface="IBM Plex Sans Arabic Medium" panose="020B0603050203000203" pitchFamily="34" charset="-78"/>
              <a:cs typeface="IBM Plex Sans Arabic Medium" panose="020B0603050203000203" pitchFamily="34" charset="-78"/>
            </a:endParaRPr>
          </a:p>
          <a:p>
            <a:pPr algn="r" rtl="1">
              <a:lnSpc>
                <a:spcPct val="150000"/>
              </a:lnSpc>
              <a:buNone/>
            </a:pPr>
            <a:r>
              <a:rPr lang="ar-SA" sz="1400" dirty="0">
                <a:latin typeface="IBM Plex Sans Arabic Medium" panose="020B0603050203000203" pitchFamily="34" charset="-78"/>
                <a:cs typeface="IBM Plex Sans Arabic Medium" panose="020B0603050203000203" pitchFamily="34" charset="-78"/>
              </a:rPr>
              <a:t>در این پروژه یک نمونه </a:t>
            </a:r>
            <a:r>
              <a:rPr lang="fa-IR" sz="1400" dirty="0">
                <a:latin typeface="IBM Plex Sans Arabic Medium" panose="020B0603050203000203" pitchFamily="34" charset="-78"/>
                <a:cs typeface="IBM Plex Sans Arabic Medium" panose="020B0603050203000203" pitchFamily="34" charset="-78"/>
              </a:rPr>
              <a:t>بسیار ساده</a:t>
            </a:r>
            <a:r>
              <a:rPr lang="ar-SA" sz="1400" dirty="0">
                <a:latin typeface="IBM Plex Sans Arabic Medium" panose="020B0603050203000203" pitchFamily="34" charset="-78"/>
                <a:cs typeface="IBM Plex Sans Arabic Medium" panose="020B0603050203000203" pitchFamily="34" charset="-78"/>
              </a:rPr>
              <a:t> از یک سیستم صنعتی طراحی شد که:</a:t>
            </a:r>
          </a:p>
          <a:p>
            <a:pPr lvl="1" algn="r" rtl="1">
              <a:lnSpc>
                <a:spcPct val="150000"/>
              </a:lnSpc>
              <a:buFont typeface="Arial" panose="020B0604020202020204" pitchFamily="34" charset="0"/>
              <a:buChar char="•"/>
            </a:pPr>
            <a:r>
              <a:rPr lang="ar-SA" sz="1400" dirty="0">
                <a:latin typeface="IBM Plex Sans Arabic Medium" panose="020B0603050203000203" pitchFamily="34" charset="-78"/>
                <a:cs typeface="IBM Plex Sans Arabic Medium" panose="020B0603050203000203" pitchFamily="34" charset="-78"/>
              </a:rPr>
              <a:t>مقدار لرزش را دریافت می‌کند. </a:t>
            </a:r>
          </a:p>
          <a:p>
            <a:pPr lvl="1" algn="r" rtl="1">
              <a:lnSpc>
                <a:spcPct val="150000"/>
              </a:lnSpc>
              <a:buFont typeface="Arial" panose="020B0604020202020204" pitchFamily="34" charset="0"/>
              <a:buChar char="•"/>
            </a:pPr>
            <a:r>
              <a:rPr lang="ar-SA" sz="1400" dirty="0">
                <a:latin typeface="IBM Plex Sans Arabic Medium" panose="020B0603050203000203" pitchFamily="34" charset="-78"/>
                <a:cs typeface="IBM Plex Sans Arabic Medium" panose="020B0603050203000203" pitchFamily="34" charset="-78"/>
              </a:rPr>
              <a:t>داده را توسط میکروکنترلر</a:t>
            </a:r>
            <a:r>
              <a:rPr lang="en-US" sz="1400" dirty="0">
                <a:latin typeface="IBM Plex Sans Arabic Medium" panose="020B0603050203000203" pitchFamily="34" charset="-78"/>
                <a:cs typeface="IBM Plex Sans Arabic Medium" panose="020B0603050203000203" pitchFamily="34" charset="-78"/>
              </a:rPr>
              <a:t>STM32</a:t>
            </a:r>
            <a:r>
              <a:rPr lang="fa-IR" sz="1400" dirty="0">
                <a:latin typeface="IBM Plex Sans Arabic Medium" panose="020B0603050203000203" pitchFamily="34" charset="-78"/>
                <a:cs typeface="IBM Plex Sans Arabic Medium" panose="020B0603050203000203" pitchFamily="34" charset="-78"/>
              </a:rPr>
              <a:t> </a:t>
            </a:r>
            <a:r>
              <a:rPr lang="ar-SA" sz="1400" dirty="0">
                <a:latin typeface="IBM Plex Sans Arabic Medium" panose="020B0603050203000203" pitchFamily="34" charset="-78"/>
                <a:cs typeface="IBM Plex Sans Arabic Medium" panose="020B0603050203000203" pitchFamily="34" charset="-78"/>
              </a:rPr>
              <a:t>پردازش می</a:t>
            </a:r>
            <a:r>
              <a:rPr lang="fa-IR" sz="1400" dirty="0">
                <a:latin typeface="IBM Plex Sans Arabic Medium" panose="020B0603050203000203" pitchFamily="34" charset="-78"/>
                <a:cs typeface="IBM Plex Sans Arabic Medium" panose="020B0603050203000203" pitchFamily="34" charset="-78"/>
              </a:rPr>
              <a:t> </a:t>
            </a:r>
            <a:r>
              <a:rPr lang="ar-SA" sz="1400" dirty="0">
                <a:latin typeface="IBM Plex Sans Arabic Medium" panose="020B0603050203000203" pitchFamily="34" charset="-78"/>
                <a:cs typeface="IBM Plex Sans Arabic Medium" panose="020B0603050203000203" pitchFamily="34" charset="-78"/>
              </a:rPr>
              <a:t>کند. </a:t>
            </a:r>
          </a:p>
          <a:p>
            <a:pPr lvl="1" algn="r" rtl="1">
              <a:lnSpc>
                <a:spcPct val="150000"/>
              </a:lnSpc>
              <a:buFont typeface="Arial" panose="020B0604020202020204" pitchFamily="34" charset="0"/>
              <a:buChar char="•"/>
            </a:pPr>
            <a:r>
              <a:rPr lang="ar-SA" sz="1400" dirty="0">
                <a:latin typeface="IBM Plex Sans Arabic Medium" panose="020B0603050203000203" pitchFamily="34" charset="-78"/>
                <a:cs typeface="IBM Plex Sans Arabic Medium" panose="020B0603050203000203" pitchFamily="34" charset="-78"/>
              </a:rPr>
              <a:t>وضعیت سلامت دستگاه را تحلیل می‌کند. </a:t>
            </a:r>
          </a:p>
          <a:p>
            <a:pPr lvl="1" algn="r" rtl="1">
              <a:lnSpc>
                <a:spcPct val="150000"/>
              </a:lnSpc>
              <a:buFont typeface="Arial" panose="020B0604020202020204" pitchFamily="34" charset="0"/>
              <a:buChar char="•"/>
            </a:pPr>
            <a:r>
              <a:rPr lang="ar-SA" sz="1400" dirty="0">
                <a:latin typeface="IBM Plex Sans Arabic Medium" panose="020B0603050203000203" pitchFamily="34" charset="-78"/>
                <a:cs typeface="IBM Plex Sans Arabic Medium" panose="020B0603050203000203" pitchFamily="34" charset="-78"/>
              </a:rPr>
              <a:t>نتیجه را به صورت بصری و متنی نمایش می</a:t>
            </a:r>
            <a:r>
              <a:rPr lang="fa-IR" sz="1400" dirty="0">
                <a:latin typeface="IBM Plex Sans Arabic Medium" panose="020B0603050203000203" pitchFamily="34" charset="-78"/>
                <a:cs typeface="IBM Plex Sans Arabic Medium" panose="020B0603050203000203" pitchFamily="34" charset="-78"/>
              </a:rPr>
              <a:t> </a:t>
            </a:r>
            <a:r>
              <a:rPr lang="ar-SA" sz="1400" dirty="0">
                <a:latin typeface="IBM Plex Sans Arabic Medium" panose="020B0603050203000203" pitchFamily="34" charset="-78"/>
                <a:cs typeface="IBM Plex Sans Arabic Medium" panose="020B0603050203000203" pitchFamily="34" charset="-78"/>
              </a:rPr>
              <a:t>دهد. </a:t>
            </a:r>
          </a:p>
          <a:p>
            <a:pPr lvl="1" algn="r" rtl="1">
              <a:lnSpc>
                <a:spcPct val="150000"/>
              </a:lnSpc>
            </a:pPr>
            <a:r>
              <a:rPr lang="ar-SA" sz="1400" dirty="0">
                <a:latin typeface="IBM Plex Sans Arabic Medium" panose="020B0603050203000203" pitchFamily="34" charset="-78"/>
                <a:cs typeface="IBM Plex Sans Arabic Medium" panose="020B0603050203000203" pitchFamily="34" charset="-78"/>
              </a:rPr>
              <a:t>هدف نهایی این ایده، حرکت از </a:t>
            </a:r>
            <a:r>
              <a:rPr lang="ar-SA" sz="1400" b="1" dirty="0">
                <a:latin typeface="IBM Plex Sans Arabic Medium" panose="020B0603050203000203" pitchFamily="34" charset="-78"/>
                <a:cs typeface="IBM Plex Sans Arabic Medium" panose="020B0603050203000203" pitchFamily="34" charset="-78"/>
              </a:rPr>
              <a:t>نگهداری واکنشی </a:t>
            </a:r>
            <a:r>
              <a:rPr lang="ar-SA" sz="1400" dirty="0">
                <a:latin typeface="IBM Plex Sans Arabic Medium" panose="020B0603050203000203" pitchFamily="34" charset="-78"/>
                <a:cs typeface="IBM Plex Sans Arabic Medium" panose="020B0603050203000203" pitchFamily="34" charset="-78"/>
              </a:rPr>
              <a:t>به سمت </a:t>
            </a:r>
            <a:r>
              <a:rPr lang="ar-SA" sz="1400" b="1" dirty="0">
                <a:latin typeface="IBM Plex Sans Arabic Medium" panose="020B0603050203000203" pitchFamily="34" charset="-78"/>
                <a:cs typeface="IBM Plex Sans Arabic Medium" panose="020B0603050203000203" pitchFamily="34" charset="-78"/>
              </a:rPr>
              <a:t>نگهداری پیش‌بینانه </a:t>
            </a:r>
            <a:r>
              <a:rPr lang="ar-SA" sz="1400" dirty="0">
                <a:latin typeface="IBM Plex Sans Arabic Medium" panose="020B0603050203000203" pitchFamily="34" charset="-78"/>
                <a:cs typeface="IBM Plex Sans Arabic Medium" panose="020B0603050203000203" pitchFamily="34" charset="-78"/>
              </a:rPr>
              <a:t>در کارخانه‌های هوشمند است.</a:t>
            </a:r>
          </a:p>
        </p:txBody>
      </p:sp>
    </p:spTree>
    <p:extLst>
      <p:ext uri="{BB962C8B-B14F-4D97-AF65-F5344CB8AC3E}">
        <p14:creationId xmlns:p14="http://schemas.microsoft.com/office/powerpoint/2010/main" val="677707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685801" y="412664"/>
            <a:ext cx="10848974"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a:t>
            </a:r>
            <a:r>
              <a:rPr lang="fa-IR" sz="2100" dirty="0">
                <a:solidFill>
                  <a:srgbClr val="2B4C31"/>
                </a:solidFill>
                <a:latin typeface="IBM Plex Sans Arabic Medium" panose="020B0603050203000203" pitchFamily="34" charset="-78"/>
                <a:cs typeface="IBM Plex Sans Arabic Medium" panose="020B0603050203000203" pitchFamily="34" charset="-78"/>
              </a:rPr>
              <a:t>از مهندسی تا صنعت؛</a:t>
            </a:r>
            <a:endPar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a:extLst>
              <a:ext uri="{FF2B5EF4-FFF2-40B4-BE49-F238E27FC236}">
                <a16:creationId xmlns:a16="http://schemas.microsoft.com/office/drawing/2014/main" id="{681B72E0-F772-133F-99F0-83DC6C244A2C}"/>
              </a:ext>
            </a:extLst>
          </p:cNvPr>
          <p:cNvPicPr>
            <a:picLocks noChangeAspect="1"/>
          </p:cNvPicPr>
          <p:nvPr/>
        </p:nvPicPr>
        <p:blipFill>
          <a:blip r:embed="rId3"/>
          <a:stretch>
            <a:fillRect/>
          </a:stretch>
        </p:blipFill>
        <p:spPr>
          <a:xfrm>
            <a:off x="279967" y="1789782"/>
            <a:ext cx="5823752" cy="4334793"/>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53EEE8A9-1251-9C20-AE84-F669BC15C524}"/>
              </a:ext>
            </a:extLst>
          </p:cNvPr>
          <p:cNvSpPr txBox="1"/>
          <p:nvPr/>
        </p:nvSpPr>
        <p:spPr>
          <a:xfrm>
            <a:off x="4899592" y="1143451"/>
            <a:ext cx="6816159" cy="584775"/>
          </a:xfrm>
          <a:prstGeom prst="rect">
            <a:avLst/>
          </a:prstGeom>
          <a:noFill/>
        </p:spPr>
        <p:txBody>
          <a:bodyPr wrap="square">
            <a:spAutoFit/>
          </a:bodyPr>
          <a:lstStyle/>
          <a:p>
            <a:pPr algn="r" rtl="1"/>
            <a:r>
              <a:rPr lang="fa-IR" sz="1600" dirty="0">
                <a:solidFill>
                  <a:srgbClr val="2C3E2F"/>
                </a:solidFill>
                <a:latin typeface="IBM Plex Sans Arabic Medium" panose="020B0603050203000203" pitchFamily="34" charset="-78"/>
                <a:cs typeface="IBM Plex Sans Arabic Medium" panose="020B0603050203000203" pitchFamily="34" charset="-78"/>
              </a:rPr>
              <a:t>جدول مرزهای استاندارد </a:t>
            </a:r>
            <a:r>
              <a:rPr lang="en-US" sz="1600" dirty="0">
                <a:solidFill>
                  <a:srgbClr val="2C3E2F"/>
                </a:solidFill>
                <a:latin typeface="IBM Plex Sans Arabic Medium" panose="020B0603050203000203" pitchFamily="34" charset="-78"/>
                <a:cs typeface="IBM Plex Sans Arabic Medium" panose="020B0603050203000203" pitchFamily="34" charset="-78"/>
              </a:rPr>
              <a:t>ISO 10816-3 </a:t>
            </a:r>
            <a:r>
              <a:rPr lang="fa-IR" sz="1600" dirty="0">
                <a:solidFill>
                  <a:srgbClr val="2C3E2F"/>
                </a:solidFill>
                <a:latin typeface="IBM Plex Sans Arabic Medium" panose="020B0603050203000203" pitchFamily="34" charset="-78"/>
                <a:cs typeface="IBM Plex Sans Arabic Medium" panose="020B0603050203000203" pitchFamily="34" charset="-78"/>
              </a:rPr>
              <a:t> برای ماشین آلات صنعتی متوسط</a:t>
            </a:r>
          </a:p>
          <a:p>
            <a:pPr algn="r" rtl="1"/>
            <a:r>
              <a:rPr lang="fa-IR" sz="1600" dirty="0">
                <a:solidFill>
                  <a:srgbClr val="2C3E2F"/>
                </a:solidFill>
                <a:cs typeface="IBM Plex Sans Arabic Medium" panose="020B0603050203000203" pitchFamily="34" charset="-78"/>
              </a:rPr>
              <a:t>مانند موتور ، پمپ و کمپرسور</a:t>
            </a:r>
            <a:endParaRPr lang="en-US" sz="1600" dirty="0"/>
          </a:p>
        </p:txBody>
      </p:sp>
    </p:spTree>
    <p:extLst>
      <p:ext uri="{BB962C8B-B14F-4D97-AF65-F5344CB8AC3E}">
        <p14:creationId xmlns:p14="http://schemas.microsoft.com/office/powerpoint/2010/main" val="828710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685801" y="412664"/>
            <a:ext cx="10848974"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a:t>
            </a:r>
            <a:r>
              <a:rPr lang="fa-IR" sz="2100" dirty="0">
                <a:solidFill>
                  <a:srgbClr val="2B4C31"/>
                </a:solidFill>
                <a:latin typeface="IBM Plex Sans Arabic Medium" panose="020B0603050203000203" pitchFamily="34" charset="-78"/>
                <a:cs typeface="IBM Plex Sans Arabic Medium" panose="020B0603050203000203" pitchFamily="34" charset="-78"/>
              </a:rPr>
              <a:t>شبیه سازی محصول؛</a:t>
            </a:r>
            <a:endPar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4" name="TextBox 3">
            <a:extLst>
              <a:ext uri="{FF2B5EF4-FFF2-40B4-BE49-F238E27FC236}">
                <a16:creationId xmlns:a16="http://schemas.microsoft.com/office/drawing/2014/main" id="{53EEE8A9-1251-9C20-AE84-F669BC15C524}"/>
              </a:ext>
            </a:extLst>
          </p:cNvPr>
          <p:cNvSpPr txBox="1"/>
          <p:nvPr/>
        </p:nvSpPr>
        <p:spPr>
          <a:xfrm>
            <a:off x="3823856" y="1409458"/>
            <a:ext cx="7710920" cy="2062103"/>
          </a:xfrm>
          <a:prstGeom prst="rect">
            <a:avLst/>
          </a:prstGeom>
          <a:noFill/>
        </p:spPr>
        <p:txBody>
          <a:bodyPr wrap="square">
            <a:spAutoFit/>
          </a:bodyPr>
          <a:lstStyle/>
          <a:p>
            <a:pPr algn="r" rtl="1"/>
            <a:r>
              <a:rPr lang="fa-IR" sz="1600" dirty="0">
                <a:solidFill>
                  <a:srgbClr val="2C3E2F"/>
                </a:solidFill>
                <a:latin typeface="IBM Plex Sans Arabic Medium" panose="020B0603050203000203" pitchFamily="34" charset="-78"/>
                <a:cs typeface="IBM Plex Sans Arabic Medium" panose="020B0603050203000203" pitchFamily="34" charset="-78"/>
              </a:rPr>
              <a:t>در سیستم واقعی از سنسورهای لرزش استفاده </a:t>
            </a:r>
            <a:r>
              <a:rPr lang="fa-IR" sz="1600" dirty="0" err="1">
                <a:solidFill>
                  <a:srgbClr val="2C3E2F"/>
                </a:solidFill>
                <a:latin typeface="IBM Plex Sans Arabic Medium" panose="020B0603050203000203" pitchFamily="34" charset="-78"/>
                <a:cs typeface="IBM Plex Sans Arabic Medium" panose="020B0603050203000203" pitchFamily="34" charset="-78"/>
              </a:rPr>
              <a:t>می‌شود</a:t>
            </a:r>
            <a:r>
              <a:rPr lang="fa-IR" sz="1600" dirty="0">
                <a:solidFill>
                  <a:srgbClr val="2C3E2F"/>
                </a:solidFill>
                <a:latin typeface="IBM Plex Sans Arabic Medium" panose="020B0603050203000203" pitchFamily="34" charset="-78"/>
                <a:cs typeface="IBM Plex Sans Arabic Medium" panose="020B0603050203000203" pitchFamily="34" charset="-78"/>
              </a:rPr>
              <a:t> اما برای ساخت نمونه آزمایشگاهی، از یک پتانسیومتر به عنوان ورودی آنالوگ قابل کنترل استفاده شد.</a:t>
            </a:r>
          </a:p>
          <a:p>
            <a:pPr algn="r" rtl="1"/>
            <a:endParaRPr lang="fa-IR" sz="1600" dirty="0">
              <a:solidFill>
                <a:srgbClr val="2C3E2F"/>
              </a:solidFill>
              <a:latin typeface="IBM Plex Sans Arabic Medium" panose="020B0603050203000203" pitchFamily="34" charset="-78"/>
              <a:cs typeface="IBM Plex Sans Arabic Medium" panose="020B0603050203000203" pitchFamily="34" charset="-78"/>
            </a:endParaRPr>
          </a:p>
          <a:p>
            <a:pPr algn="r" rtl="1"/>
            <a:r>
              <a:rPr lang="fa-IR" sz="1600" dirty="0" err="1">
                <a:solidFill>
                  <a:srgbClr val="2C3E2F"/>
                </a:solidFill>
                <a:latin typeface="IBM Plex Sans Arabic Medium" panose="020B0603050203000203" pitchFamily="34" charset="-78"/>
                <a:cs typeface="IBM Plex Sans Arabic Medium" panose="020B0603050203000203" pitchFamily="34" charset="-78"/>
              </a:rPr>
              <a:t>ایده‌ی</a:t>
            </a:r>
            <a:r>
              <a:rPr lang="fa-IR" sz="1600" dirty="0">
                <a:solidFill>
                  <a:srgbClr val="2C3E2F"/>
                </a:solidFill>
                <a:latin typeface="IBM Plex Sans Arabic Medium" panose="020B0603050203000203" pitchFamily="34" charset="-78"/>
                <a:cs typeface="IBM Plex Sans Arabic Medium" panose="020B0603050203000203" pitchFamily="34" charset="-78"/>
              </a:rPr>
              <a:t> شبیه سازی:</a:t>
            </a:r>
          </a:p>
          <a:p>
            <a:pPr algn="r" rtl="1"/>
            <a:r>
              <a:rPr lang="fa-IR" sz="1600" dirty="0">
                <a:solidFill>
                  <a:srgbClr val="2C3E2F"/>
                </a:solidFill>
                <a:latin typeface="IBM Plex Sans Arabic Medium" panose="020B0603050203000203" pitchFamily="34" charset="-78"/>
                <a:cs typeface="IBM Plex Sans Arabic Medium" panose="020B0603050203000203" pitchFamily="34" charset="-78"/>
              </a:rPr>
              <a:t> تغییر مقدار </a:t>
            </a:r>
            <a:r>
              <a:rPr lang="fa-IR" sz="1600" dirty="0" err="1">
                <a:solidFill>
                  <a:srgbClr val="2C3E2F"/>
                </a:solidFill>
                <a:latin typeface="IBM Plex Sans Arabic Medium" panose="020B0603050203000203" pitchFamily="34" charset="-78"/>
                <a:cs typeface="IBM Plex Sans Arabic Medium" panose="020B0603050203000203" pitchFamily="34" charset="-78"/>
              </a:rPr>
              <a:t>پتانسیومتر</a:t>
            </a:r>
            <a:r>
              <a:rPr lang="fa-IR" sz="1600" dirty="0">
                <a:solidFill>
                  <a:srgbClr val="2C3E2F"/>
                </a:solidFill>
                <a:latin typeface="IBM Plex Sans Arabic Medium" panose="020B0603050203000203" pitchFamily="34" charset="-78"/>
                <a:cs typeface="IBM Plex Sans Arabic Medium" panose="020B0603050203000203" pitchFamily="34" charset="-78"/>
              </a:rPr>
              <a:t>:  تغییر ولتاژ ورودی</a:t>
            </a:r>
            <a:r>
              <a:rPr lang="en-US" sz="1600" dirty="0">
                <a:solidFill>
                  <a:srgbClr val="2C3E2F"/>
                </a:solidFill>
                <a:latin typeface="IBM Plex Sans Arabic Medium" panose="020B0603050203000203" pitchFamily="34" charset="-78"/>
                <a:cs typeface="IBM Plex Sans Arabic Medium" panose="020B0603050203000203" pitchFamily="34" charset="-78"/>
              </a:rPr>
              <a:t>ADC </a:t>
            </a:r>
          </a:p>
          <a:p>
            <a:pPr algn="r" rtl="1"/>
            <a:r>
              <a:rPr lang="en-US" sz="1600" dirty="0">
                <a:solidFill>
                  <a:srgbClr val="2C3E2F"/>
                </a:solidFill>
                <a:latin typeface="IBM Plex Sans Arabic Medium" panose="020B0603050203000203" pitchFamily="34" charset="-78"/>
                <a:cs typeface="IBM Plex Sans Arabic Medium" panose="020B0603050203000203" pitchFamily="34" charset="-78"/>
              </a:rPr>
              <a:t> </a:t>
            </a:r>
            <a:r>
              <a:rPr lang="fa-IR" sz="1600" dirty="0">
                <a:solidFill>
                  <a:srgbClr val="2C3E2F"/>
                </a:solidFill>
                <a:latin typeface="IBM Plex Sans Arabic Medium" panose="020B0603050203000203" pitchFamily="34" charset="-78"/>
                <a:cs typeface="IBM Plex Sans Arabic Medium" panose="020B0603050203000203" pitchFamily="34" charset="-78"/>
              </a:rPr>
              <a:t>مقدار</a:t>
            </a:r>
            <a:r>
              <a:rPr lang="en-US" sz="1600" dirty="0">
                <a:solidFill>
                  <a:srgbClr val="2C3E2F"/>
                </a:solidFill>
                <a:latin typeface="IBM Plex Sans Arabic Medium" panose="020B0603050203000203" pitchFamily="34" charset="-78"/>
                <a:cs typeface="IBM Plex Sans Arabic Medium" panose="020B0603050203000203" pitchFamily="34" charset="-78"/>
              </a:rPr>
              <a:t>ADC :</a:t>
            </a:r>
            <a:r>
              <a:rPr lang="fa-IR" sz="1600" dirty="0">
                <a:solidFill>
                  <a:srgbClr val="2C3E2F"/>
                </a:solidFill>
                <a:latin typeface="IBM Plex Sans Arabic Medium" panose="020B0603050203000203" pitchFamily="34" charset="-78"/>
                <a:cs typeface="IBM Plex Sans Arabic Medium" panose="020B0603050203000203" pitchFamily="34" charset="-78"/>
              </a:rPr>
              <a:t> نشان دهنده شدت لرزش ماشین </a:t>
            </a:r>
          </a:p>
          <a:p>
            <a:pPr algn="r" rtl="1"/>
            <a:r>
              <a:rPr lang="fa-IR" sz="1600" dirty="0">
                <a:solidFill>
                  <a:srgbClr val="2C3E2F"/>
                </a:solidFill>
                <a:latin typeface="IBM Plex Sans Arabic Medium" panose="020B0603050203000203" pitchFamily="34" charset="-78"/>
                <a:cs typeface="IBM Plex Sans Arabic Medium" panose="020B0603050203000203" pitchFamily="34" charset="-78"/>
              </a:rPr>
              <a:t>افزایش مقدار ورودی: افزایش سطح هشدار </a:t>
            </a:r>
          </a:p>
          <a:p>
            <a:pPr algn="r" rtl="1"/>
            <a:r>
              <a:rPr lang="fa-IR" sz="1600" dirty="0">
                <a:solidFill>
                  <a:srgbClr val="2C3E2F"/>
                </a:solidFill>
                <a:latin typeface="IBM Plex Sans Arabic Medium" panose="020B0603050203000203" pitchFamily="34" charset="-78"/>
                <a:cs typeface="IBM Plex Sans Arabic Medium" panose="020B0603050203000203" pitchFamily="34" charset="-78"/>
              </a:rPr>
              <a:t>به این ترتیب شرایط مختلف یک ماشین از حالت سالم تا وضعیت خطرناک شبیه‌سازی شد.</a:t>
            </a:r>
          </a:p>
        </p:txBody>
      </p:sp>
      <p:pic>
        <p:nvPicPr>
          <p:cNvPr id="8" name="Picture 7">
            <a:extLst>
              <a:ext uri="{FF2B5EF4-FFF2-40B4-BE49-F238E27FC236}">
                <a16:creationId xmlns:a16="http://schemas.microsoft.com/office/drawing/2014/main" id="{770478AD-71F3-D410-DBDB-8B52831A286F}"/>
              </a:ext>
            </a:extLst>
          </p:cNvPr>
          <p:cNvPicPr>
            <a:picLocks noChangeAspect="1"/>
          </p:cNvPicPr>
          <p:nvPr/>
        </p:nvPicPr>
        <p:blipFill>
          <a:blip r:embed="rId3"/>
          <a:stretch>
            <a:fillRect/>
          </a:stretch>
        </p:blipFill>
        <p:spPr>
          <a:xfrm>
            <a:off x="353786" y="3471561"/>
            <a:ext cx="4040323" cy="25504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473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معماری </a:t>
            </a:r>
            <a:r>
              <a:rPr lang="fa-IR" sz="2100" dirty="0">
                <a:solidFill>
                  <a:srgbClr val="2B4C31"/>
                </a:solidFill>
                <a:latin typeface="IBM Plex Sans Arabic Medium" panose="020B0603050203000203" pitchFamily="34" charset="-78"/>
                <a:cs typeface="IBM Plex Sans Arabic Medium" panose="020B0603050203000203" pitchFamily="34" charset="-78"/>
              </a:rPr>
              <a:t>و ساختار فایها</a:t>
            </a:r>
            <a:endPar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8093124" y="2047279"/>
            <a:ext cx="3575000" cy="3272866"/>
          </a:xfrm>
          <a:prstGeom prst="rect">
            <a:avLst/>
          </a:prstGeom>
        </p:spPr>
      </p:pic>
      <p:pic>
        <p:nvPicPr>
          <p:cNvPr id="4" name="Picture 3" descr="image.png"/>
          <p:cNvPicPr>
            <a:picLocks noChangeAspect="1"/>
          </p:cNvPicPr>
          <p:nvPr/>
        </p:nvPicPr>
        <p:blipFill>
          <a:blip r:embed="rId4"/>
          <a:stretch>
            <a:fillRect/>
          </a:stretch>
        </p:blipFill>
        <p:spPr>
          <a:xfrm>
            <a:off x="4308574" y="2047279"/>
            <a:ext cx="3575000" cy="3272866"/>
          </a:xfrm>
          <a:prstGeom prst="rect">
            <a:avLst/>
          </a:prstGeom>
        </p:spPr>
      </p:pic>
      <p:pic>
        <p:nvPicPr>
          <p:cNvPr id="5" name="Picture 4" descr="image.png"/>
          <p:cNvPicPr>
            <a:picLocks noChangeAspect="1"/>
          </p:cNvPicPr>
          <p:nvPr/>
        </p:nvPicPr>
        <p:blipFill>
          <a:blip r:embed="rId5"/>
          <a:stretch>
            <a:fillRect/>
          </a:stretch>
        </p:blipFill>
        <p:spPr>
          <a:xfrm>
            <a:off x="524023" y="2047279"/>
            <a:ext cx="3575000" cy="3272866"/>
          </a:xfrm>
          <a:prstGeom prst="rect">
            <a:avLst/>
          </a:prstGeom>
        </p:spPr>
      </p:pic>
      <p:pic>
        <p:nvPicPr>
          <p:cNvPr id="8" name="Picture 7" descr="image.png"/>
          <p:cNvPicPr>
            <a:picLocks noChangeAspect="1"/>
          </p:cNvPicPr>
          <p:nvPr/>
        </p:nvPicPr>
        <p:blipFill>
          <a:blip r:embed="rId6"/>
          <a:stretch>
            <a:fillRect/>
          </a:stretch>
        </p:blipFill>
        <p:spPr>
          <a:xfrm>
            <a:off x="10953750" y="2304454"/>
            <a:ext cx="495300" cy="495300"/>
          </a:xfrm>
          <a:prstGeom prst="rect">
            <a:avLst/>
          </a:prstGeom>
        </p:spPr>
      </p:pic>
      <p:sp>
        <p:nvSpPr>
          <p:cNvPr id="10" name="TextBox 9"/>
          <p:cNvSpPr txBox="1"/>
          <p:nvPr/>
        </p:nvSpPr>
        <p:spPr>
          <a:xfrm>
            <a:off x="8155357" y="2971204"/>
            <a:ext cx="3293692" cy="215444"/>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پیاده سازی هسته ارتباطی و پردازش خطا</a:t>
            </a:r>
          </a:p>
        </p:txBody>
      </p:sp>
      <p:sp>
        <p:nvSpPr>
          <p:cNvPr id="11" name="TextBox 10"/>
          <p:cNvSpPr txBox="1"/>
          <p:nvPr/>
        </p:nvSpPr>
        <p:spPr>
          <a:xfrm>
            <a:off x="8155357" y="3342679"/>
            <a:ext cx="3293692" cy="1513428"/>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وظایف اصلی پردازش داده های سنسور که وظایف زیر را انجام می دهند: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خواندن مقدار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تبدیل به مقادیر لرزش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mm/s</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تعیین وضعیت دستگاه</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بروزرسانی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LED</a:t>
            </a:r>
            <a:b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b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گزارش با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UART</a:t>
            </a:r>
          </a:p>
        </p:txBody>
      </p:sp>
      <p:pic>
        <p:nvPicPr>
          <p:cNvPr id="12" name="Picture 11" descr="image.png"/>
          <p:cNvPicPr>
            <a:picLocks noChangeAspect="1"/>
          </p:cNvPicPr>
          <p:nvPr/>
        </p:nvPicPr>
        <p:blipFill>
          <a:blip r:embed="rId7"/>
          <a:stretch>
            <a:fillRect/>
          </a:stretch>
        </p:blipFill>
        <p:spPr>
          <a:xfrm>
            <a:off x="7169199" y="2304454"/>
            <a:ext cx="495300" cy="495300"/>
          </a:xfrm>
          <a:prstGeom prst="rect">
            <a:avLst/>
          </a:prstGeom>
        </p:spPr>
      </p:pic>
      <p:sp>
        <p:nvSpPr>
          <p:cNvPr id="13" name="TextBox 12"/>
          <p:cNvSpPr txBox="1"/>
          <p:nvPr/>
        </p:nvSpPr>
        <p:spPr>
          <a:xfrm>
            <a:off x="4370806" y="2971204"/>
            <a:ext cx="3293692" cy="215444"/>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نمایشگر ال سی دی</a:t>
            </a:r>
          </a:p>
        </p:txBody>
      </p:sp>
      <p:sp>
        <p:nvSpPr>
          <p:cNvPr id="15" name="TextBox 14"/>
          <p:cNvSpPr txBox="1"/>
          <p:nvPr/>
        </p:nvSpPr>
        <p:spPr>
          <a:xfrm>
            <a:off x="4527649" y="3342679"/>
            <a:ext cx="3136850" cy="849656"/>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err="1">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درایور</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اختصاصی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LCD</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در حالت 4-</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 bit</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که امکانات زیر را فراهم می‌کند: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مقدار دهی اولیه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LCD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ارسال فرمان و داده</a:t>
            </a:r>
          </a:p>
        </p:txBody>
      </p:sp>
      <p:pic>
        <p:nvPicPr>
          <p:cNvPr id="16" name="Picture 15" descr="image.png"/>
          <p:cNvPicPr>
            <a:picLocks noChangeAspect="1"/>
          </p:cNvPicPr>
          <p:nvPr/>
        </p:nvPicPr>
        <p:blipFill>
          <a:blip r:embed="rId6"/>
          <a:stretch>
            <a:fillRect/>
          </a:stretch>
        </p:blipFill>
        <p:spPr>
          <a:xfrm>
            <a:off x="3384649" y="2304454"/>
            <a:ext cx="495300" cy="495300"/>
          </a:xfrm>
          <a:prstGeom prst="rect">
            <a:avLst/>
          </a:prstGeom>
        </p:spPr>
      </p:pic>
      <p:sp>
        <p:nvSpPr>
          <p:cNvPr id="17" name="TextBox 16"/>
          <p:cNvSpPr txBox="1"/>
          <p:nvPr/>
        </p:nvSpPr>
        <p:spPr>
          <a:xfrm>
            <a:off x="586256" y="2971204"/>
            <a:ext cx="3293692" cy="215444"/>
          </a:xfrm>
          <a:prstGeom prst="rect">
            <a:avLst/>
          </a:prstGeom>
          <a:noFill/>
        </p:spPr>
        <p:txBody>
          <a:bodyPr wrap="square" lIns="0" tIns="0" rIns="0" bIns="0" anchor="t">
            <a:spAutoFit/>
          </a:bodyPr>
          <a:lstStyle/>
          <a:p>
            <a:pPr algn="r" rtl="1"/>
            <a:r>
              <a:rPr lang="pt-BR" sz="1400" b="1" i="0" u="none" dirty="0">
                <a:solidFill>
                  <a:srgbClr val="1B3320"/>
                </a:solidFill>
                <a:latin typeface="IBM Plex Sans Arabic Medium" panose="020B0603050203000203" pitchFamily="34" charset="-78"/>
                <a:cs typeface="IBM Plex Sans Arabic Medium" panose="020B0603050203000203" pitchFamily="34" charset="-78"/>
              </a:rPr>
              <a:t>HAL (adc, gpio, usart, rtc)</a:t>
            </a:r>
          </a:p>
        </p:txBody>
      </p:sp>
      <p:sp>
        <p:nvSpPr>
          <p:cNvPr id="18" name="TextBox 17"/>
          <p:cNvSpPr txBox="1"/>
          <p:nvPr/>
        </p:nvSpPr>
        <p:spPr>
          <a:xfrm>
            <a:off x="743098" y="3342679"/>
            <a:ext cx="3136850" cy="631648"/>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lang="en-US" sz="1100" dirty="0">
                <a:solidFill>
                  <a:prstClr val="black"/>
                </a:solidFill>
                <a:latin typeface="IBM Plex Sans Arabic Medium" panose="020B0603050203000203" pitchFamily="34" charset="-78"/>
                <a:cs typeface="IBM Plex Sans Arabic Medium" panose="020B0603050203000203" pitchFamily="34" charset="-78"/>
              </a:rPr>
              <a:t>ADC</a:t>
            </a:r>
            <a:r>
              <a:rPr lang="fa-IR" sz="1100" dirty="0">
                <a:solidFill>
                  <a:prstClr val="black"/>
                </a:solidFill>
                <a:latin typeface="IBM Plex Sans Arabic Medium" panose="020B0603050203000203" pitchFamily="34" charset="-78"/>
                <a:cs typeface="IBM Plex Sans Arabic Medium" panose="020B0603050203000203" pitchFamily="34" charset="-78"/>
              </a:rPr>
              <a:t> خواندن داده</a:t>
            </a:r>
            <a:br>
              <a:rPr lang="fa-IR" sz="1100" dirty="0">
                <a:solidFill>
                  <a:prstClr val="black"/>
                </a:solidFill>
                <a:latin typeface="IBM Plex Sans Arabic Medium" panose="020B0603050203000203" pitchFamily="34" charset="-78"/>
                <a:cs typeface="IBM Plex Sans Arabic Medium" panose="020B0603050203000203" pitchFamily="34" charset="-78"/>
              </a:rPr>
            </a:b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GPIO</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 کنترل </a:t>
            </a: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LED</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 برای نمایش وضعیت و دریافت فرمان</a:t>
            </a:r>
            <a:b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br>
            <a:r>
              <a:rPr kumimoji="0" lang="en-US" sz="11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USART</a:t>
            </a:r>
            <a:r>
              <a:rPr lang="fa-IR" sz="1100" dirty="0">
                <a:solidFill>
                  <a:prstClr val="black"/>
                </a:solidFill>
                <a:latin typeface="IBM Plex Sans Arabic Medium" panose="020B0603050203000203" pitchFamily="34" charset="-78"/>
                <a:cs typeface="IBM Plex Sans Arabic Medium" panose="020B0603050203000203" pitchFamily="34" charset="-78"/>
              </a:rPr>
              <a:t> </a:t>
            </a:r>
            <a:r>
              <a:rPr kumimoji="0" lang="fa-IR" sz="1100" b="0" i="0" u="none" strike="noStrike" kern="1200" cap="none" spc="0" normalizeH="0" baseline="0" noProof="0" dirty="0">
                <a:ln>
                  <a:noFill/>
                </a:ln>
                <a:solidFill>
                  <a:prstClr val="black"/>
                </a:solidFill>
                <a:effectLst/>
                <a:uLnTx/>
                <a:uFillTx/>
                <a:latin typeface="IBM Plex Sans Arabic Medium" panose="020B0603050203000203" pitchFamily="34" charset="-78"/>
                <a:cs typeface="IBM Plex Sans Arabic Medium" panose="020B0603050203000203" pitchFamily="34" charset="-78"/>
              </a:rPr>
              <a:t>مانیتورینگ لحظه ای</a:t>
            </a:r>
            <a:endPar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cs typeface="IBM Plex Sans Arabic Medium" panose="020B0603050203000203" pitchFamily="34" charset="-78"/>
            </a:endParaRPr>
          </a:p>
        </p:txBody>
      </p:sp>
      <p:pic>
        <p:nvPicPr>
          <p:cNvPr id="19" name="Picture 18" descr="image.png"/>
          <p:cNvPicPr>
            <a:picLocks noChangeAspect="1"/>
          </p:cNvPicPr>
          <p:nvPr/>
        </p:nvPicPr>
        <p:blipFill>
          <a:blip r:embed="rId8"/>
          <a:stretch>
            <a:fillRect/>
          </a:stretch>
        </p:blipFill>
        <p:spPr>
          <a:xfrm>
            <a:off x="11101387" y="2418754"/>
            <a:ext cx="200025" cy="266700"/>
          </a:xfrm>
          <a:prstGeom prst="rect">
            <a:avLst/>
          </a:prstGeom>
        </p:spPr>
      </p:pic>
      <p:pic>
        <p:nvPicPr>
          <p:cNvPr id="22" name="Picture 21" descr="image.png"/>
          <p:cNvPicPr>
            <a:picLocks noChangeAspect="1"/>
          </p:cNvPicPr>
          <p:nvPr/>
        </p:nvPicPr>
        <p:blipFill>
          <a:blip r:embed="rId9"/>
          <a:stretch>
            <a:fillRect/>
          </a:stretch>
        </p:blipFill>
        <p:spPr>
          <a:xfrm>
            <a:off x="7264449" y="2418754"/>
            <a:ext cx="304800" cy="266700"/>
          </a:xfrm>
          <a:prstGeom prst="rect">
            <a:avLst/>
          </a:prstGeom>
        </p:spPr>
      </p:pic>
      <p:pic>
        <p:nvPicPr>
          <p:cNvPr id="23" name="Picture 22" descr="image.png"/>
          <p:cNvPicPr>
            <a:picLocks noChangeAspect="1"/>
          </p:cNvPicPr>
          <p:nvPr/>
        </p:nvPicPr>
        <p:blipFill>
          <a:blip r:embed="rId10"/>
          <a:stretch>
            <a:fillRect/>
          </a:stretch>
        </p:blipFill>
        <p:spPr>
          <a:xfrm>
            <a:off x="3465611" y="2418754"/>
            <a:ext cx="333375" cy="266700"/>
          </a:xfrm>
          <a:prstGeom prst="rect">
            <a:avLst/>
          </a:prstGeom>
        </p:spPr>
      </p:pic>
    </p:spTree>
    <p:extLst>
      <p:ext uri="{BB962C8B-B14F-4D97-AF65-F5344CB8AC3E}">
        <p14:creationId xmlns:p14="http://schemas.microsoft.com/office/powerpoint/2010/main" val="1855896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منطق سخت افزاری و پین ها</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a:extLst>
              <a:ext uri="{FF2B5EF4-FFF2-40B4-BE49-F238E27FC236}">
                <a16:creationId xmlns:a16="http://schemas.microsoft.com/office/drawing/2014/main" id="{DCCAD8EE-0A74-7467-CF32-B52EE88A217B}"/>
              </a:ext>
            </a:extLst>
          </p:cNvPr>
          <p:cNvPicPr>
            <a:picLocks noChangeAspect="1"/>
          </p:cNvPicPr>
          <p:nvPr/>
        </p:nvPicPr>
        <p:blipFill>
          <a:blip r:embed="rId3"/>
          <a:srcRect l="33943" t="22665" r="27005" b="10196"/>
          <a:stretch>
            <a:fillRect/>
          </a:stretch>
        </p:blipFill>
        <p:spPr>
          <a:xfrm>
            <a:off x="261941" y="3902861"/>
            <a:ext cx="2628967" cy="2542475"/>
          </a:xfrm>
          <a:prstGeom prst="rect">
            <a:avLst/>
          </a:prstGeom>
        </p:spPr>
      </p:pic>
      <p:graphicFrame>
        <p:nvGraphicFramePr>
          <p:cNvPr id="3" name="Table 2">
            <a:extLst>
              <a:ext uri="{FF2B5EF4-FFF2-40B4-BE49-F238E27FC236}">
                <a16:creationId xmlns:a16="http://schemas.microsoft.com/office/drawing/2014/main" id="{6EFCE159-855E-226C-176C-1F8B121854FB}"/>
              </a:ext>
            </a:extLst>
          </p:cNvPr>
          <p:cNvGraphicFramePr>
            <a:graphicFrameLocks noGrp="1"/>
          </p:cNvGraphicFramePr>
          <p:nvPr>
            <p:extLst>
              <p:ext uri="{D42A27DB-BD31-4B8C-83A1-F6EECF244321}">
                <p14:modId xmlns:p14="http://schemas.microsoft.com/office/powerpoint/2010/main" val="3859291892"/>
              </p:ext>
            </p:extLst>
          </p:nvPr>
        </p:nvGraphicFramePr>
        <p:xfrm>
          <a:off x="590552" y="1038828"/>
          <a:ext cx="11125199" cy="2743051"/>
        </p:xfrm>
        <a:graphic>
          <a:graphicData uri="http://schemas.openxmlformats.org/drawingml/2006/table">
            <a:tbl>
              <a:tblPr firstRow="1" bandRow="1">
                <a:tableStyleId>{5C22544A-7EE6-4342-B048-85BDC9FD1C3A}</a:tableStyleId>
              </a:tblPr>
              <a:tblGrid>
                <a:gridCol w="2130772">
                  <a:extLst>
                    <a:ext uri="{9D8B030D-6E8A-4147-A177-3AD203B41FA5}">
                      <a16:colId xmlns:a16="http://schemas.microsoft.com/office/drawing/2014/main" val="20000"/>
                    </a:ext>
                  </a:extLst>
                </a:gridCol>
                <a:gridCol w="2452985">
                  <a:extLst>
                    <a:ext uri="{9D8B030D-6E8A-4147-A177-3AD203B41FA5}">
                      <a16:colId xmlns:a16="http://schemas.microsoft.com/office/drawing/2014/main" val="20001"/>
                    </a:ext>
                  </a:extLst>
                </a:gridCol>
                <a:gridCol w="1573262">
                  <a:extLst>
                    <a:ext uri="{9D8B030D-6E8A-4147-A177-3AD203B41FA5}">
                      <a16:colId xmlns:a16="http://schemas.microsoft.com/office/drawing/2014/main" val="20002"/>
                    </a:ext>
                  </a:extLst>
                </a:gridCol>
                <a:gridCol w="4968180">
                  <a:extLst>
                    <a:ext uri="{9D8B030D-6E8A-4147-A177-3AD203B41FA5}">
                      <a16:colId xmlns:a16="http://schemas.microsoft.com/office/drawing/2014/main" val="20003"/>
                    </a:ext>
                  </a:extLst>
                </a:gridCol>
              </a:tblGrid>
              <a:tr h="457175">
                <a:tc>
                  <a:txBody>
                    <a:bodyPr/>
                    <a:lstStyle/>
                    <a:p>
                      <a:pPr algn="ctr" rtl="1"/>
                      <a:r>
                        <a:rPr lang="ar-SA" sz="1125" b="1" i="0" u="none" dirty="0">
                          <a:solidFill>
                            <a:srgbClr val="FFFFFF"/>
                          </a:solidFill>
                          <a:latin typeface="IBM Plex Sans Arabic Medium" panose="020B0603050203000203" pitchFamily="34" charset="-78"/>
                          <a:cs typeface="IBM Plex Sans Arabic Medium" panose="020B0603050203000203" pitchFamily="34" charset="-78"/>
                        </a:rPr>
                        <a:t>پورت / پین</a:t>
                      </a:r>
                    </a:p>
                  </a:txBody>
                  <a:tcPr marL="63500" marR="63500" marT="25400" marB="25400" anchor="ctr">
                    <a:lnL>
                      <a:noFill/>
                    </a:lnL>
                    <a:lnR>
                      <a:noFill/>
                    </a:lnR>
                    <a:lnT>
                      <a:noFill/>
                    </a:lnT>
                    <a:lnB>
                      <a:noFill/>
                    </a:lnB>
                    <a:solidFill>
                      <a:srgbClr val="1B3320"/>
                    </a:solidFill>
                  </a:tcPr>
                </a:tc>
                <a:tc>
                  <a:txBody>
                    <a:bodyPr/>
                    <a:lstStyle/>
                    <a:p>
                      <a:pPr algn="ctr" rtl="1"/>
                      <a:r>
                        <a:rPr lang="ar-SA" sz="1125" b="1" i="0" u="none" dirty="0">
                          <a:solidFill>
                            <a:srgbClr val="FFFFFF"/>
                          </a:solidFill>
                          <a:latin typeface="IBM Plex Sans Arabic Medium" panose="020B0603050203000203" pitchFamily="34" charset="-78"/>
                          <a:cs typeface="IBM Plex Sans Arabic Medium" panose="020B0603050203000203" pitchFamily="34" charset="-78"/>
                        </a:rPr>
                        <a:t>نام سیگنال</a:t>
                      </a:r>
                    </a:p>
                  </a:txBody>
                  <a:tcPr marL="63500" marR="63500" marT="25400" marB="25400" anchor="ctr">
                    <a:lnL>
                      <a:noFill/>
                    </a:lnL>
                    <a:lnR>
                      <a:noFill/>
                    </a:lnR>
                    <a:lnT>
                      <a:noFill/>
                    </a:lnT>
                    <a:lnB>
                      <a:noFill/>
                    </a:lnB>
                    <a:solidFill>
                      <a:srgbClr val="1B3320"/>
                    </a:solidFill>
                  </a:tcPr>
                </a:tc>
                <a:tc>
                  <a:txBody>
                    <a:bodyPr/>
                    <a:lstStyle/>
                    <a:p>
                      <a:pPr algn="ctr" rtl="1"/>
                      <a:r>
                        <a:rPr lang="ar-SA" sz="1125" b="1" i="0" u="none" dirty="0">
                          <a:solidFill>
                            <a:srgbClr val="FFFFFF"/>
                          </a:solidFill>
                          <a:latin typeface="IBM Plex Sans Arabic Medium" panose="020B0603050203000203" pitchFamily="34" charset="-78"/>
                          <a:cs typeface="IBM Plex Sans Arabic Medium" panose="020B0603050203000203" pitchFamily="34" charset="-78"/>
                        </a:rPr>
                        <a:t>نوع عملکرد</a:t>
                      </a:r>
                    </a:p>
                  </a:txBody>
                  <a:tcPr marL="63500" marR="63500" marT="25400" marB="25400" anchor="ctr">
                    <a:lnL>
                      <a:noFill/>
                    </a:lnL>
                    <a:lnR>
                      <a:noFill/>
                    </a:lnR>
                    <a:lnT>
                      <a:noFill/>
                    </a:lnT>
                    <a:lnB>
                      <a:noFill/>
                    </a:lnB>
                    <a:solidFill>
                      <a:srgbClr val="1B3320"/>
                    </a:solidFill>
                  </a:tcPr>
                </a:tc>
                <a:tc>
                  <a:txBody>
                    <a:bodyPr/>
                    <a:lstStyle/>
                    <a:p>
                      <a:pPr algn="ctr" rtl="1"/>
                      <a:r>
                        <a:rPr lang="ar-SA" sz="1125" b="1" i="0" u="none" dirty="0">
                          <a:solidFill>
                            <a:srgbClr val="FFFFFF"/>
                          </a:solidFill>
                          <a:latin typeface="IBM Plex Sans Arabic Medium" panose="020B0603050203000203" pitchFamily="34" charset="-78"/>
                          <a:cs typeface="IBM Plex Sans Arabic Medium" panose="020B0603050203000203" pitchFamily="34" charset="-78"/>
                        </a:rPr>
                        <a:t>توضیحات و قطعه متصل شده</a:t>
                      </a:r>
                    </a:p>
                  </a:txBody>
                  <a:tcPr marL="63500" marR="63500" marT="25400" marB="25400" anchor="ctr">
                    <a:lnL>
                      <a:noFill/>
                    </a:lnL>
                    <a:lnR>
                      <a:noFill/>
                    </a:lnR>
                    <a:lnT>
                      <a:noFill/>
                    </a:lnT>
                    <a:lnB>
                      <a:noFill/>
                    </a:lnB>
                    <a:solidFill>
                      <a:srgbClr val="1B3320"/>
                    </a:solidFill>
                  </a:tcPr>
                </a:tc>
                <a:extLst>
                  <a:ext uri="{0D108BD9-81ED-4DB2-BD59-A6C34878D82A}">
                    <a16:rowId xmlns:a16="http://schemas.microsoft.com/office/drawing/2014/main" val="10000"/>
                  </a:ext>
                </a:extLst>
              </a:tr>
              <a:tr h="457175">
                <a:tc>
                  <a:txBody>
                    <a:bodyPr/>
                    <a:lstStyle/>
                    <a:p>
                      <a:pPr algn="ctr" rtl="1"/>
                      <a:r>
                        <a:rPr lang="en-US" sz="1100" dirty="0">
                          <a:latin typeface="IBM Plex Sans Arabic Medium" panose="020B0603050203000203" pitchFamily="34" charset="-78"/>
                          <a:cs typeface="IBM Plex Sans Arabic Medium" panose="020B0603050203000203" pitchFamily="34" charset="-78"/>
                        </a:rPr>
                        <a:t>PA0</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en-US" sz="1100" dirty="0">
                          <a:latin typeface="IBM Plex Sans Arabic Medium" panose="020B0603050203000203" pitchFamily="34" charset="-78"/>
                          <a:cs typeface="IBM Plex Sans Arabic Medium" panose="020B0603050203000203" pitchFamily="34" charset="-78"/>
                        </a:rPr>
                        <a:t>VIBRATION_SENSOR</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ورودی آنالوگ</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اتصال پتانسیومتر شبیه</a:t>
                      </a:r>
                      <a:r>
                        <a:rPr lang="fa-IR" sz="1100" dirty="0">
                          <a:latin typeface="IBM Plex Sans Arabic Medium" panose="020B0603050203000203" pitchFamily="34" charset="-78"/>
                          <a:cs typeface="IBM Plex Sans Arabic Medium" panose="020B0603050203000203" pitchFamily="34" charset="-78"/>
                        </a:rPr>
                        <a:t> </a:t>
                      </a:r>
                      <a:r>
                        <a:rPr lang="ar-SA" sz="1100" dirty="0">
                          <a:latin typeface="IBM Plex Sans Arabic Medium" panose="020B0603050203000203" pitchFamily="34" charset="-78"/>
                          <a:cs typeface="IBM Plex Sans Arabic Medium" panose="020B0603050203000203" pitchFamily="34" charset="-78"/>
                        </a:rPr>
                        <a:t>ساز سنسور لرزش ماشین</a:t>
                      </a:r>
                      <a:r>
                        <a:rPr lang="fa-IR" sz="1100" dirty="0">
                          <a:latin typeface="IBM Plex Sans Arabic Medium" panose="020B0603050203000203" pitchFamily="34" charset="-78"/>
                          <a:cs typeface="IBM Plex Sans Arabic Medium" panose="020B0603050203000203" pitchFamily="34" charset="-78"/>
                        </a:rPr>
                        <a:t> </a:t>
                      </a:r>
                      <a:r>
                        <a:rPr lang="ar-SA" sz="1100" dirty="0">
                          <a:latin typeface="IBM Plex Sans Arabic Medium" panose="020B0603050203000203" pitchFamily="34" charset="-78"/>
                          <a:cs typeface="IBM Plex Sans Arabic Medium" panose="020B0603050203000203" pitchFamily="34" charset="-78"/>
                        </a:rPr>
                        <a:t>آلات و تبدیل مقدار آنالوگ به سطح لرزش</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457175">
                <a:tc>
                  <a:txBody>
                    <a:bodyPr/>
                    <a:lstStyle/>
                    <a:p>
                      <a:pPr algn="ctr" rtl="1"/>
                      <a:r>
                        <a:rPr lang="en-US" sz="1100" dirty="0">
                          <a:latin typeface="IBM Plex Sans Arabic Medium" panose="020B0603050203000203" pitchFamily="34" charset="-78"/>
                          <a:cs typeface="IBM Plex Sans Arabic Medium" panose="020B0603050203000203" pitchFamily="34" charset="-78"/>
                        </a:rPr>
                        <a:t>PA9 / PA10</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en-US" sz="1100" dirty="0">
                          <a:latin typeface="IBM Plex Sans Arabic Medium" panose="020B0603050203000203" pitchFamily="34" charset="-78"/>
                          <a:cs typeface="IBM Plex Sans Arabic Medium" panose="020B0603050203000203" pitchFamily="34" charset="-78"/>
                        </a:rPr>
                        <a:t>USART1</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ارتباط سریال</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اتصال رابط سریال برای ارسال اطلاعات وضعیت ماشین، مقدار لرزش و پیام</a:t>
                      </a:r>
                      <a:r>
                        <a:rPr lang="fa-IR" sz="1100" dirty="0">
                          <a:latin typeface="IBM Plex Sans Arabic Medium" panose="020B0603050203000203" pitchFamily="34" charset="-78"/>
                          <a:cs typeface="IBM Plex Sans Arabic Medium" panose="020B0603050203000203" pitchFamily="34" charset="-78"/>
                        </a:rPr>
                        <a:t> </a:t>
                      </a:r>
                      <a:r>
                        <a:rPr lang="ar-SA" sz="1100" dirty="0">
                          <a:latin typeface="IBM Plex Sans Arabic Medium" panose="020B0603050203000203" pitchFamily="34" charset="-78"/>
                          <a:cs typeface="IBM Plex Sans Arabic Medium" panose="020B0603050203000203" pitchFamily="34" charset="-78"/>
                        </a:rPr>
                        <a:t>های مانیتورینگ</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extLst>
                  <a:ext uri="{0D108BD9-81ED-4DB2-BD59-A6C34878D82A}">
                    <a16:rowId xmlns:a16="http://schemas.microsoft.com/office/drawing/2014/main" val="10002"/>
                  </a:ext>
                </a:extLst>
              </a:tr>
              <a:tr h="457175">
                <a:tc>
                  <a:txBody>
                    <a:bodyPr/>
                    <a:lstStyle/>
                    <a:p>
                      <a:pPr algn="ctr" rtl="1"/>
                      <a:r>
                        <a:rPr lang="en-US" sz="1100" dirty="0">
                          <a:latin typeface="IBM Plex Sans Arabic Medium" panose="020B0603050203000203" pitchFamily="34" charset="-78"/>
                          <a:cs typeface="IBM Plex Sans Arabic Medium" panose="020B0603050203000203" pitchFamily="34" charset="-78"/>
                        </a:rPr>
                        <a:t>PB0 / PB1</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en-US" sz="1100" dirty="0">
                          <a:latin typeface="IBM Plex Sans Arabic Medium" panose="020B0603050203000203" pitchFamily="34" charset="-78"/>
                          <a:cs typeface="IBM Plex Sans Arabic Medium" panose="020B0603050203000203" pitchFamily="34" charset="-78"/>
                        </a:rPr>
                        <a:t>STATUS_LED</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خروجی دیجیتال</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کنترل</a:t>
                      </a:r>
                      <a:r>
                        <a:rPr lang="fa-IR" sz="1100">
                          <a:latin typeface="IBM Plex Sans Arabic Medium" panose="020B0603050203000203" pitchFamily="34" charset="-78"/>
                          <a:cs typeface="IBM Plex Sans Arabic Medium" panose="020B0603050203000203" pitchFamily="34" charset="-78"/>
                        </a:rPr>
                        <a:t> </a:t>
                      </a:r>
                      <a:r>
                        <a:rPr lang="en-US" sz="1100">
                          <a:latin typeface="IBM Plex Sans Arabic Medium" panose="020B0603050203000203" pitchFamily="34" charset="-78"/>
                          <a:cs typeface="IBM Plex Sans Arabic Medium" panose="020B0603050203000203" pitchFamily="34" charset="-78"/>
                        </a:rPr>
                        <a:t> </a:t>
                      </a:r>
                      <a:r>
                        <a:rPr lang="en-US" sz="1100" dirty="0">
                          <a:latin typeface="IBM Plex Sans Arabic Medium" panose="020B0603050203000203" pitchFamily="34" charset="-78"/>
                          <a:cs typeface="IBM Plex Sans Arabic Medium" panose="020B0603050203000203" pitchFamily="34" charset="-78"/>
                        </a:rPr>
                        <a:t>LED</a:t>
                      </a:r>
                      <a:r>
                        <a:rPr lang="ar-SA" sz="1100" dirty="0">
                          <a:latin typeface="IBM Plex Sans Arabic Medium" panose="020B0603050203000203" pitchFamily="34" charset="-78"/>
                          <a:cs typeface="IBM Plex Sans Arabic Medium" panose="020B0603050203000203" pitchFamily="34" charset="-78"/>
                        </a:rPr>
                        <a:t>های نمایش وضعیت ماشین شامل حالت عادی، هشدار و خطر</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457175">
                <a:tc>
                  <a:txBody>
                    <a:bodyPr/>
                    <a:lstStyle/>
                    <a:p>
                      <a:pPr algn="ctr" rtl="1"/>
                      <a:r>
                        <a:rPr lang="en-US" sz="1100" dirty="0">
                          <a:latin typeface="IBM Plex Sans Arabic Medium" panose="020B0603050203000203" pitchFamily="34" charset="-78"/>
                          <a:cs typeface="IBM Plex Sans Arabic Medium" panose="020B0603050203000203" pitchFamily="34" charset="-78"/>
                        </a:rPr>
                        <a:t>PB3/PB4/PB5/PB6/PB7/PB8</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en-US" sz="1100" dirty="0">
                          <a:latin typeface="IBM Plex Sans Arabic Medium" panose="020B0603050203000203" pitchFamily="34" charset="-78"/>
                          <a:cs typeface="IBM Plex Sans Arabic Medium" panose="020B0603050203000203" pitchFamily="34" charset="-78"/>
                        </a:rPr>
                        <a:t>LCD_PARALLEL_BUS</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خروجی دیجیتال</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اتصال </a:t>
                      </a:r>
                      <a:r>
                        <a:rPr lang="en-US" sz="1100" dirty="0">
                          <a:latin typeface="IBM Plex Sans Arabic Medium" panose="020B0603050203000203" pitchFamily="34" charset="-78"/>
                          <a:cs typeface="IBM Plex Sans Arabic Medium" panose="020B0603050203000203" pitchFamily="34" charset="-78"/>
                        </a:rPr>
                        <a:t>LCD 16x2 </a:t>
                      </a:r>
                      <a:r>
                        <a:rPr lang="ar-SA" sz="1100" dirty="0">
                          <a:latin typeface="IBM Plex Sans Arabic Medium" panose="020B0603050203000203" pitchFamily="34" charset="-78"/>
                          <a:cs typeface="IBM Plex Sans Arabic Medium" panose="020B0603050203000203" pitchFamily="34" charset="-78"/>
                        </a:rPr>
                        <a:t>در حالت برای نمایش مقدار لرزش، واحد </a:t>
                      </a:r>
                      <a:r>
                        <a:rPr lang="en-US" sz="1100" dirty="0">
                          <a:latin typeface="IBM Plex Sans Arabic Medium" panose="020B0603050203000203" pitchFamily="34" charset="-78"/>
                          <a:cs typeface="IBM Plex Sans Arabic Medium" panose="020B0603050203000203" pitchFamily="34" charset="-78"/>
                        </a:rPr>
                        <a:t> mm/s </a:t>
                      </a:r>
                      <a:r>
                        <a:rPr lang="ar-SA" sz="1100" dirty="0">
                          <a:latin typeface="IBM Plex Sans Arabic Medium" panose="020B0603050203000203" pitchFamily="34" charset="-78"/>
                          <a:cs typeface="IBM Plex Sans Arabic Medium" panose="020B0603050203000203" pitchFamily="34" charset="-78"/>
                        </a:rPr>
                        <a:t>و وضعیت سیستم</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4F8F5"/>
                    </a:solidFill>
                  </a:tcPr>
                </a:tc>
                <a:extLst>
                  <a:ext uri="{0D108BD9-81ED-4DB2-BD59-A6C34878D82A}">
                    <a16:rowId xmlns:a16="http://schemas.microsoft.com/office/drawing/2014/main" val="10004"/>
                  </a:ext>
                </a:extLst>
              </a:tr>
              <a:tr h="457176">
                <a:tc>
                  <a:txBody>
                    <a:bodyPr/>
                    <a:lstStyle/>
                    <a:p>
                      <a:pPr algn="ctr" rtl="1"/>
                      <a:r>
                        <a:rPr lang="en-US" sz="1087" b="0" i="0" u="none" dirty="0">
                          <a:solidFill>
                            <a:srgbClr val="2E4233"/>
                          </a:solidFill>
                          <a:latin typeface="IBM Plex Sans Arabic Medium" panose="020B0603050203000203" pitchFamily="34" charset="-78"/>
                          <a:cs typeface="IBM Plex Sans Arabic Medium" panose="020B0603050203000203" pitchFamily="34" charset="-78"/>
                        </a:rPr>
                        <a:t>PB10 / PB11 / PB12 / PB13</a:t>
                      </a:r>
                    </a:p>
                  </a:txBody>
                  <a:tcPr marL="63500" marR="63500" marT="25400" marB="25400" anchor="ctr">
                    <a:lnL>
                      <a:noFill/>
                    </a:lnL>
                    <a:lnR>
                      <a:noFill/>
                    </a:lnR>
                    <a:lnT>
                      <a:noFill/>
                    </a:lnT>
                    <a:lnB>
                      <a:noFill/>
                    </a:lnB>
                    <a:solidFill>
                      <a:srgbClr val="FFFFFF"/>
                    </a:solidFill>
                  </a:tcPr>
                </a:tc>
                <a:tc>
                  <a:txBody>
                    <a:bodyPr/>
                    <a:lstStyle/>
                    <a:p>
                      <a:pPr algn="ctr" rtl="1"/>
                      <a:r>
                        <a:rPr lang="en-US" sz="1100" dirty="0">
                          <a:latin typeface="IBM Plex Sans Arabic Medium" panose="020B0603050203000203" pitchFamily="34" charset="-78"/>
                          <a:cs typeface="IBM Plex Sans Arabic Medium" panose="020B0603050203000203" pitchFamily="34" charset="-78"/>
                        </a:rPr>
                        <a:t>VIBRATION_LEVEL_BAR</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خروجی دیجیتال</a:t>
                      </a:r>
                      <a:endParaRPr lang="ar-SA"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tc>
                  <a:txBody>
                    <a:bodyPr/>
                    <a:lstStyle/>
                    <a:p>
                      <a:pPr algn="ctr" rtl="1"/>
                      <a:r>
                        <a:rPr lang="ar-SA" sz="1100" dirty="0">
                          <a:latin typeface="IBM Plex Sans Arabic Medium" panose="020B0603050203000203" pitchFamily="34" charset="-78"/>
                          <a:cs typeface="IBM Plex Sans Arabic Medium" panose="020B0603050203000203" pitchFamily="34" charset="-78"/>
                        </a:rPr>
                        <a:t>کنترل نوار </a:t>
                      </a:r>
                      <a:r>
                        <a:rPr lang="en-US" sz="1100" dirty="0">
                          <a:latin typeface="IBM Plex Sans Arabic Medium" panose="020B0603050203000203" pitchFamily="34" charset="-78"/>
                          <a:cs typeface="IBM Plex Sans Arabic Medium" panose="020B0603050203000203" pitchFamily="34" charset="-78"/>
                        </a:rPr>
                        <a:t>LED </a:t>
                      </a:r>
                      <a:r>
                        <a:rPr lang="ar-SA" sz="1100" dirty="0">
                          <a:latin typeface="IBM Plex Sans Arabic Medium" panose="020B0603050203000203" pitchFamily="34" charset="-78"/>
                          <a:cs typeface="IBM Plex Sans Arabic Medium" panose="020B0603050203000203" pitchFamily="34" charset="-78"/>
                        </a:rPr>
                        <a:t>نمایش شدت لرزش</a:t>
                      </a:r>
                      <a:r>
                        <a:rPr lang="en-US" sz="1100" dirty="0">
                          <a:latin typeface="IBM Plex Sans Arabic Medium" panose="020B0603050203000203" pitchFamily="34" charset="-78"/>
                          <a:cs typeface="IBM Plex Sans Arabic Medium" panose="020B0603050203000203" pitchFamily="34" charset="-78"/>
                        </a:rPr>
                        <a:t>Trend Bar </a:t>
                      </a:r>
                      <a:r>
                        <a:rPr lang="ar-SA" sz="1100" dirty="0">
                          <a:latin typeface="IBM Plex Sans Arabic Medium" panose="020B0603050203000203" pitchFamily="34" charset="-78"/>
                          <a:cs typeface="IBM Plex Sans Arabic Medium" panose="020B0603050203000203" pitchFamily="34" charset="-78"/>
                        </a:rPr>
                        <a:t>جهت نمایش سطح افزایش ارتعاش</a:t>
                      </a:r>
                      <a:endParaRPr lang="en-US" sz="1087" b="0" i="0" u="none" dirty="0">
                        <a:solidFill>
                          <a:srgbClr val="2E4233"/>
                        </a:solidFill>
                        <a:latin typeface="IBM Plex Sans Arabic Medium" panose="020B0603050203000203" pitchFamily="34" charset="-78"/>
                        <a:cs typeface="IBM Plex Sans Arabic Medium" panose="020B0603050203000203" pitchFamily="34" charset="-78"/>
                      </a:endParaRP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341095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0"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منطق عملکرد و الگوریتم‌های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14115"/>
            <a:ext cx="4310997" cy="4797326"/>
          </a:xfrm>
          <a:prstGeom prst="rect">
            <a:avLst/>
          </a:prstGeom>
        </p:spPr>
      </p:pic>
      <p:sp>
        <p:nvSpPr>
          <p:cNvPr id="4" name="TextBox 3"/>
          <p:cNvSpPr txBox="1"/>
          <p:nvPr/>
        </p:nvSpPr>
        <p:spPr>
          <a:xfrm>
            <a:off x="7279462" y="1263700"/>
            <a:ext cx="3971775"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0"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۱. فیلتر سازی و پایداری داده ها</a:t>
            </a:r>
          </a:p>
        </p:txBody>
      </p:sp>
      <p:sp>
        <p:nvSpPr>
          <p:cNvPr id="8" name="TextBox 7"/>
          <p:cNvSpPr txBox="1"/>
          <p:nvPr/>
        </p:nvSpPr>
        <p:spPr>
          <a:xfrm>
            <a:off x="7533054" y="1652796"/>
            <a:ext cx="3782644" cy="1949444"/>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سیگنال شبیه‌سازی‌شده سنسور لرزش از طریق ورودی آنالوگ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PA0 /      ADC1_IN0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توسط مبدل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داخلی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STM32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دریافت می‌شود.</a:t>
            </a:r>
            <a:b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b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مقدار خام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در بازه ۰ تا ۴۰۹۵ (رزولوشن ۱۲ بیتی) خوانده شده و با تبدیل خطی به مقدار شدت لرزش بر حسب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mm/s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تبدیل می‌گردد.</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برای کاهش نویز موجود در نمونه‌برداری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 جلوگیری از تغییرات لحظه‌ای وضعیت ماشین، داده‌های دریافت‌شده پردازش می‌شوند.</a:t>
            </a:r>
            <a:b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b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مقدار نهایی لرزش پس از تبدیل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به عنوان مقدار معتبر سیستم برای تصمیم‌گیری‌های بعدی استفاده می‌شود.</a:t>
            </a:r>
          </a:p>
        </p:txBody>
      </p:sp>
      <p:grpSp>
        <p:nvGrpSpPr>
          <p:cNvPr id="24" name="Group 23">
            <a:extLst>
              <a:ext uri="{FF2B5EF4-FFF2-40B4-BE49-F238E27FC236}">
                <a16:creationId xmlns:a16="http://schemas.microsoft.com/office/drawing/2014/main" id="{82303E9F-7A0B-9A21-524E-556CE55B0531}"/>
              </a:ext>
            </a:extLst>
          </p:cNvPr>
          <p:cNvGrpSpPr/>
          <p:nvPr/>
        </p:nvGrpSpPr>
        <p:grpSpPr>
          <a:xfrm>
            <a:off x="556707" y="1029075"/>
            <a:ext cx="4411518" cy="4797327"/>
            <a:chOff x="3957283" y="1030337"/>
            <a:chExt cx="3726118"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957283" y="1252384"/>
              <a:ext cx="3575000" cy="207535"/>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0"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۲. مقایسه با آستانه های استاندارد لرزش</a:t>
              </a:r>
            </a:p>
          </p:txBody>
        </p:sp>
        <p:sp>
          <p:nvSpPr>
            <p:cNvPr id="12" name="TextBox 11">
              <a:extLst>
                <a:ext uri="{FF2B5EF4-FFF2-40B4-BE49-F238E27FC236}">
                  <a16:creationId xmlns:a16="http://schemas.microsoft.com/office/drawing/2014/main" id="{B3BF80DF-2263-74AE-FA28-F9F58B8BB50F}"/>
                </a:ext>
              </a:extLst>
            </p:cNvPr>
            <p:cNvSpPr txBox="1"/>
            <p:nvPr/>
          </p:nvSpPr>
          <p:spPr>
            <a:xfrm>
              <a:off x="4259519" y="1543133"/>
              <a:ext cx="3272763" cy="2670223"/>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مقدار لرزش محاسبه‌شده با محدوده‌های استاندارد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ISO 10816-3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مقایسه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اگر مقدار لرزش بین ۰ تا ۲.۸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mm/s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باشد: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وضعیت ماشین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NORMAL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تشخیص داده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سبز روشن باقی می‌ماند.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اگر مقدار لرزش بین ۲.۸ تا ۷.۱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mm/s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باشد: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وضعیت ماشین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WARNING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تشخیص داده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قرمز با چشمک آهسته فعال می‌شود. </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اگر مقدار لرزش بیشتر از ۷.۱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mm/s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باشد: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وضعیت ماشین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DANGER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تشخیص داده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قرمز با سرعت بالا چشمک می‌زند.</a:t>
              </a:r>
            </a:p>
          </p:txBody>
        </p:sp>
      </p:grpSp>
    </p:spTree>
    <p:extLst>
      <p:ext uri="{BB962C8B-B14F-4D97-AF65-F5344CB8AC3E}">
        <p14:creationId xmlns:p14="http://schemas.microsoft.com/office/powerpoint/2010/main" val="191684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سامانه ایمنی و نظارت کارگران</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منطق عملکرد و الگوریتم‌های اجرایی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2" name="Picture 1" descr="image.png"/>
          <p:cNvPicPr>
            <a:picLocks noChangeAspect="1"/>
          </p:cNvPicPr>
          <p:nvPr/>
        </p:nvPicPr>
        <p:blipFill>
          <a:blip r:embed="rId3"/>
          <a:stretch>
            <a:fillRect/>
          </a:stretch>
        </p:blipFill>
        <p:spPr>
          <a:xfrm>
            <a:off x="7223777" y="1014115"/>
            <a:ext cx="4310997" cy="4797326"/>
          </a:xfrm>
          <a:prstGeom prst="rect">
            <a:avLst/>
          </a:prstGeom>
        </p:spPr>
      </p:pic>
      <p:pic>
        <p:nvPicPr>
          <p:cNvPr id="6" name="Picture 5" descr="image.png"/>
          <p:cNvPicPr>
            <a:picLocks noChangeAspect="1"/>
          </p:cNvPicPr>
          <p:nvPr/>
        </p:nvPicPr>
        <p:blipFill>
          <a:blip r:embed="rId4"/>
          <a:stretch>
            <a:fillRect/>
          </a:stretch>
        </p:blipFill>
        <p:spPr>
          <a:xfrm>
            <a:off x="10718431" y="1271291"/>
            <a:ext cx="597269" cy="495300"/>
          </a:xfrm>
          <a:prstGeom prst="rect">
            <a:avLst/>
          </a:prstGeom>
        </p:spPr>
      </p:pic>
      <p:sp>
        <p:nvSpPr>
          <p:cNvPr id="4" name="TextBox 3"/>
          <p:cNvSpPr txBox="1"/>
          <p:nvPr/>
        </p:nvSpPr>
        <p:spPr>
          <a:xfrm>
            <a:off x="7343924" y="1938041"/>
            <a:ext cx="3971775"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۱. خواندن و فیلترسازی دما</a:t>
            </a: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p:cNvSpPr txBox="1"/>
          <p:nvPr/>
        </p:nvSpPr>
        <p:spPr>
          <a:xfrm>
            <a:off x="7533055" y="2309516"/>
            <a:ext cx="3782644" cy="2385461"/>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نمونه‌برداری از سنسور: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سیگنال آنالوگ سنسور دما از طریق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پایه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PA0 / ADC1_IN0</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خوانده می‌شود.  مقدار خام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(بين ۰ تا ۴۰۹۵ در مد ۱۲ بیتی) دریافت و با فرمول خطی به ولتاژ و سپس به درجه سانتی‌گراد تبدیل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 بافر چرخشی: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برای کاهش نویز نمونه‌برداری آنالوگ و جلوگیری از نوسان ناگهانی عملگرها، از الگوریتم میانگین متحرک استفاده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آخرین نمونه‌های دما در یک بافر چرخشی با ظرفیت مشخص ذخیره می‌شوند.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در هر دور اجرای حلقه، نمونه جدید جایگزین قدیمی‌ترین نمونه شده و میانگین کل نمونه‌های بافر به عنوان دمای معتبر سیستم محاسبه می‌گردد. </a:t>
            </a:r>
            <a:endParaRPr kumimoji="0"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15" name="Picture 14" descr="image.png"/>
          <p:cNvPicPr>
            <a:picLocks noChangeAspect="1"/>
          </p:cNvPicPr>
          <p:nvPr/>
        </p:nvPicPr>
        <p:blipFill>
          <a:blip r:embed="rId5"/>
          <a:stretch>
            <a:fillRect/>
          </a:stretch>
        </p:blipFill>
        <p:spPr>
          <a:xfrm>
            <a:off x="10879794" y="1385591"/>
            <a:ext cx="321606" cy="266700"/>
          </a:xfrm>
          <a:prstGeom prst="rect">
            <a:avLst/>
          </a:prstGeom>
        </p:spPr>
      </p:pic>
      <p:grpSp>
        <p:nvGrpSpPr>
          <p:cNvPr id="24" name="Group 23">
            <a:extLst>
              <a:ext uri="{FF2B5EF4-FFF2-40B4-BE49-F238E27FC236}">
                <a16:creationId xmlns:a16="http://schemas.microsoft.com/office/drawing/2014/main" id="{82303E9F-7A0B-9A21-524E-556CE55B0531}"/>
              </a:ext>
            </a:extLst>
          </p:cNvPr>
          <p:cNvGrpSpPr/>
          <p:nvPr/>
        </p:nvGrpSpPr>
        <p:grpSpPr>
          <a:xfrm>
            <a:off x="476250" y="1029075"/>
            <a:ext cx="4491975" cy="4797327"/>
            <a:chOff x="3889326" y="1030337"/>
            <a:chExt cx="3794075" cy="4540150"/>
          </a:xfrm>
        </p:grpSpPr>
        <p:pic>
          <p:nvPicPr>
            <p:cNvPr id="5" name="Picture 4" descr="image.png">
              <a:extLst>
                <a:ext uri="{FF2B5EF4-FFF2-40B4-BE49-F238E27FC236}">
                  <a16:creationId xmlns:a16="http://schemas.microsoft.com/office/drawing/2014/main" id="{A2321986-6A6C-C2AD-3913-BDDE4674A714}"/>
                </a:ext>
              </a:extLst>
            </p:cNvPr>
            <p:cNvPicPr>
              <a:picLocks noChangeAspect="1"/>
            </p:cNvPicPr>
            <p:nvPr/>
          </p:nvPicPr>
          <p:blipFill>
            <a:blip r:embed="rId3"/>
            <a:stretch>
              <a:fillRect/>
            </a:stretch>
          </p:blipFill>
          <p:spPr>
            <a:xfrm>
              <a:off x="4108401" y="1030337"/>
              <a:ext cx="3575000" cy="4540150"/>
            </a:xfrm>
            <a:prstGeom prst="rect">
              <a:avLst/>
            </a:prstGeom>
          </p:spPr>
        </p:pic>
        <p:pic>
          <p:nvPicPr>
            <p:cNvPr id="10" name="Picture 9" descr="image.png">
              <a:extLst>
                <a:ext uri="{FF2B5EF4-FFF2-40B4-BE49-F238E27FC236}">
                  <a16:creationId xmlns:a16="http://schemas.microsoft.com/office/drawing/2014/main" id="{91BC4F8F-B178-12B5-A283-D53747D66801}"/>
                </a:ext>
              </a:extLst>
            </p:cNvPr>
            <p:cNvPicPr>
              <a:picLocks noChangeAspect="1"/>
            </p:cNvPicPr>
            <p:nvPr/>
          </p:nvPicPr>
          <p:blipFill>
            <a:blip r:embed="rId4"/>
            <a:stretch>
              <a:fillRect/>
            </a:stretch>
          </p:blipFill>
          <p:spPr>
            <a:xfrm>
              <a:off x="6969027" y="1287513"/>
              <a:ext cx="495300" cy="495300"/>
            </a:xfrm>
            <a:prstGeom prst="rect">
              <a:avLst/>
            </a:prstGeom>
          </p:spPr>
        </p:pic>
        <p:sp>
          <p:nvSpPr>
            <p:cNvPr id="11" name="TextBox 10">
              <a:extLst>
                <a:ext uri="{FF2B5EF4-FFF2-40B4-BE49-F238E27FC236}">
                  <a16:creationId xmlns:a16="http://schemas.microsoft.com/office/drawing/2014/main" id="{D542E59E-4FC2-434D-3B81-B8F5BCB721BF}"/>
                </a:ext>
              </a:extLst>
            </p:cNvPr>
            <p:cNvSpPr txBox="1"/>
            <p:nvPr/>
          </p:nvSpPr>
          <p:spPr>
            <a:xfrm>
              <a:off x="3889326" y="1954263"/>
              <a:ext cx="3575000" cy="207535"/>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۲. منطق کنترل دما و عملگر سرمایشی/گرمایشی</a:t>
              </a:r>
              <a:endParaRPr kumimoji="0" sz="1425" b="1"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B3BF80DF-2263-74AE-FA28-F9F58B8BB50F}"/>
                </a:ext>
              </a:extLst>
            </p:cNvPr>
            <p:cNvSpPr txBox="1"/>
            <p:nvPr/>
          </p:nvSpPr>
          <p:spPr>
            <a:xfrm>
              <a:off x="4327476" y="2325738"/>
              <a:ext cx="3136850" cy="2257580"/>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مقایسه با آستانه تولرانس:</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سیستم دمای میانگین محاسبه‌شده را با دمای هدف</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 درصد تولرانس مجاز مقایسه می‌کند.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تصمیم‌گیری برای عملگرها:</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اگر دمای میانگین &gt; حد بالا: فن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PIN_FAN</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PA1</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هیتر خاموش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اگر دمای میانگین &lt; حد پایین: هیتر</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PIN_HEATER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روی </a:t>
              </a:r>
              <a:r>
                <a:rPr kumimoji="0" lang="en-US"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PA2 </a:t>
              </a: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روشن و فن خاموش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اگر دما در محدوده امن باشد: هر دو عملگر فن و هیتر خاموش می‌مانند. </a:t>
              </a:r>
            </a:p>
            <a:p>
              <a:pPr marL="0" marR="0" lvl="0" indent="0" algn="r" defTabSz="457200" rtl="1" eaLnBrk="1" fontAlgn="auto" latinLnBrk="0" hangingPunct="1">
                <a:lnSpc>
                  <a:spcPts val="1739"/>
                </a:lnSpc>
                <a:spcBef>
                  <a:spcPts val="0"/>
                </a:spcBef>
                <a:spcAft>
                  <a:spcPts val="0"/>
                </a:spcAft>
                <a:buClrTx/>
                <a:buSzTx/>
                <a:buFontTx/>
                <a:buNone/>
                <a:tabLst/>
                <a:defRPr/>
              </a:pPr>
              <a:endParaRPr kumimoji="0" lang="fa-IR" sz="1087"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endParaRPr>
            </a:p>
          </p:txBody>
        </p:sp>
      </p:grpSp>
      <p:pic>
        <p:nvPicPr>
          <p:cNvPr id="13" name="Picture 12" descr="image.png">
            <a:extLst>
              <a:ext uri="{FF2B5EF4-FFF2-40B4-BE49-F238E27FC236}">
                <a16:creationId xmlns:a16="http://schemas.microsoft.com/office/drawing/2014/main" id="{5213B54F-FC6E-CB75-188E-3C86FEC84D46}"/>
              </a:ext>
            </a:extLst>
          </p:cNvPr>
          <p:cNvPicPr>
            <a:picLocks noChangeAspect="1"/>
          </p:cNvPicPr>
          <p:nvPr/>
        </p:nvPicPr>
        <p:blipFill>
          <a:blip r:embed="rId5"/>
          <a:stretch>
            <a:fillRect/>
          </a:stretch>
        </p:blipFill>
        <p:spPr>
          <a:xfrm>
            <a:off x="4357193" y="1429147"/>
            <a:ext cx="315758" cy="266700"/>
          </a:xfrm>
          <a:prstGeom prst="rect">
            <a:avLst/>
          </a:prstGeom>
        </p:spPr>
      </p:pic>
      <p:grpSp>
        <p:nvGrpSpPr>
          <p:cNvPr id="14" name="Group 13">
            <a:extLst>
              <a:ext uri="{FF2B5EF4-FFF2-40B4-BE49-F238E27FC236}">
                <a16:creationId xmlns:a16="http://schemas.microsoft.com/office/drawing/2014/main" id="{0C499AC4-F49C-F32B-1D54-1ECDE895D919}"/>
              </a:ext>
            </a:extLst>
          </p:cNvPr>
          <p:cNvGrpSpPr/>
          <p:nvPr/>
        </p:nvGrpSpPr>
        <p:grpSpPr>
          <a:xfrm>
            <a:off x="578870" y="1014115"/>
            <a:ext cx="4389617" cy="4797326"/>
            <a:chOff x="7211833" y="1030337"/>
            <a:chExt cx="4389617" cy="4797326"/>
          </a:xfrm>
        </p:grpSpPr>
        <p:pic>
          <p:nvPicPr>
            <p:cNvPr id="3" name="Picture 2" descr="image.png"/>
            <p:cNvPicPr>
              <a:picLocks noChangeAspect="1"/>
            </p:cNvPicPr>
            <p:nvPr/>
          </p:nvPicPr>
          <p:blipFill>
            <a:blip r:embed="rId3"/>
            <a:stretch>
              <a:fillRect/>
            </a:stretch>
          </p:blipFill>
          <p:spPr>
            <a:xfrm>
              <a:off x="7211833" y="1030337"/>
              <a:ext cx="4389617" cy="4797326"/>
            </a:xfrm>
            <a:prstGeom prst="rect">
              <a:avLst/>
            </a:prstGeom>
          </p:spPr>
        </p:pic>
        <p:sp>
          <p:nvSpPr>
            <p:cNvPr id="17" name="TextBox 16"/>
            <p:cNvSpPr txBox="1"/>
            <p:nvPr/>
          </p:nvSpPr>
          <p:spPr>
            <a:xfrm>
              <a:off x="8145833" y="1254577"/>
              <a:ext cx="3293692" cy="24622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600" b="0"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۴. نمایش سطح لرزش 4 مرحله ای</a:t>
              </a:r>
            </a:p>
          </p:txBody>
        </p:sp>
        <p:sp>
          <p:nvSpPr>
            <p:cNvPr id="18" name="TextBox 17"/>
            <p:cNvSpPr txBox="1"/>
            <p:nvPr/>
          </p:nvSpPr>
          <p:spPr>
            <a:xfrm>
              <a:off x="7573798" y="1656618"/>
              <a:ext cx="3822175" cy="1862048"/>
            </a:xfrm>
            <a:prstGeom prst="rect">
              <a:avLst/>
            </a:prstGeom>
            <a:noFill/>
          </p:spPr>
          <p:txBody>
            <a:bodyPr wrap="square" lIns="0" tIns="0" rIns="0" bIns="0" anchor="t">
              <a:spAutoFit/>
            </a:bodyPr>
            <a:lstStyle/>
            <a:p>
              <a:pPr algn="r" rtl="1"/>
              <a:r>
                <a:rPr lang="ar-SA" sz="1100" dirty="0">
                  <a:latin typeface="IBM Plex Sans Arabic Medium" panose="020B0603050203000203" pitchFamily="34" charset="-78"/>
                  <a:cs typeface="IBM Plex Sans Arabic Medium" panose="020B0603050203000203" pitchFamily="34" charset="-78"/>
                </a:rPr>
                <a:t>برای نمایش بصری شدت لرزش، مقدار لرزش پردازش‌شده به چهار سطح مساوی تقسیم شده و توسط چهار </a:t>
              </a:r>
              <a:r>
                <a:rPr lang="en-US" sz="1100" dirty="0">
                  <a:latin typeface="IBM Plex Sans Arabic Medium" panose="020B0603050203000203" pitchFamily="34" charset="-78"/>
                  <a:cs typeface="IBM Plex Sans Arabic Medium" panose="020B0603050203000203" pitchFamily="34" charset="-78"/>
                </a:rPr>
                <a:t>LED </a:t>
              </a:r>
              <a:r>
                <a:rPr lang="ar-SA" sz="1100" dirty="0">
                  <a:latin typeface="IBM Plex Sans Arabic Medium" panose="020B0603050203000203" pitchFamily="34" charset="-78"/>
                  <a:cs typeface="IBM Plex Sans Arabic Medium" panose="020B0603050203000203" pitchFamily="34" charset="-78"/>
                </a:rPr>
                <a:t>مستقل نمایش داده می‌شود.</a:t>
              </a:r>
              <a:br>
                <a:rPr lang="ar-SA" sz="1100" dirty="0">
                  <a:latin typeface="IBM Plex Sans Arabic Medium" panose="020B0603050203000203" pitchFamily="34" charset="-78"/>
                  <a:cs typeface="IBM Plex Sans Arabic Medium" panose="020B0603050203000203" pitchFamily="34" charset="-78"/>
                </a:rPr>
              </a:br>
              <a:r>
                <a:rPr lang="ar-SA" sz="1100" dirty="0">
                  <a:latin typeface="IBM Plex Sans Arabic Medium" panose="020B0603050203000203" pitchFamily="34" charset="-78"/>
                  <a:cs typeface="IBM Plex Sans Arabic Medium" panose="020B0603050203000203" pitchFamily="34" charset="-78"/>
                </a:rPr>
                <a:t>هر </a:t>
              </a:r>
              <a:r>
                <a:rPr lang="en-US" sz="1100" dirty="0">
                  <a:latin typeface="IBM Plex Sans Arabic Medium" panose="020B0603050203000203" pitchFamily="34" charset="-78"/>
                  <a:cs typeface="IBM Plex Sans Arabic Medium" panose="020B0603050203000203" pitchFamily="34" charset="-78"/>
                </a:rPr>
                <a:t>LED </a:t>
              </a:r>
              <a:r>
                <a:rPr lang="ar-SA" sz="1100" dirty="0">
                  <a:latin typeface="IBM Plex Sans Arabic Medium" panose="020B0603050203000203" pitchFamily="34" charset="-78"/>
                  <a:cs typeface="IBM Plex Sans Arabic Medium" panose="020B0603050203000203" pitchFamily="34" charset="-78"/>
                </a:rPr>
                <a:t>نشان‌دهنده افزایش یک مرحله از شدت ارتعاش بوده و با افزایش مقدار لرزش، تعداد </a:t>
              </a:r>
              <a:r>
                <a:rPr lang="en-US" sz="1100" dirty="0">
                  <a:latin typeface="IBM Plex Sans Arabic Medium" panose="020B0603050203000203" pitchFamily="34" charset="-78"/>
                  <a:cs typeface="IBM Plex Sans Arabic Medium" panose="020B0603050203000203" pitchFamily="34" charset="-78"/>
                </a:rPr>
                <a:t>LED</a:t>
              </a:r>
              <a:r>
                <a:rPr lang="ar-SA" sz="1100" dirty="0">
                  <a:latin typeface="IBM Plex Sans Arabic Medium" panose="020B0603050203000203" pitchFamily="34" charset="-78"/>
                  <a:cs typeface="IBM Plex Sans Arabic Medium" panose="020B0603050203000203" pitchFamily="34" charset="-78"/>
                </a:rPr>
                <a:t>های روشن بیشتر می‌شود.</a:t>
              </a:r>
            </a:p>
            <a:p>
              <a:pPr algn="r" rtl="1"/>
              <a:r>
                <a:rPr lang="ar-SA" sz="1100" dirty="0">
                  <a:latin typeface="IBM Plex Sans Arabic Medium" panose="020B0603050203000203" pitchFamily="34" charset="-78"/>
                  <a:cs typeface="IBM Plex Sans Arabic Medium" panose="020B0603050203000203" pitchFamily="34" charset="-78"/>
                </a:rPr>
                <a:t>تقسیم‌بندی </a:t>
              </a:r>
              <a:r>
                <a:rPr lang="en-US" sz="1100" dirty="0">
                  <a:latin typeface="IBM Plex Sans Arabic Medium" panose="020B0603050203000203" pitchFamily="34" charset="-78"/>
                  <a:cs typeface="IBM Plex Sans Arabic Medium" panose="020B0603050203000203" pitchFamily="34" charset="-78"/>
                </a:rPr>
                <a:t>Trend Bar:</a:t>
              </a:r>
            </a:p>
            <a:p>
              <a:pPr algn="r" rtl="1"/>
              <a:r>
                <a:rPr lang="en-US" sz="1100" b="1" dirty="0">
                  <a:latin typeface="IBM Plex Sans Arabic Medium" panose="020B0603050203000203" pitchFamily="34" charset="-78"/>
                  <a:cs typeface="IBM Plex Sans Arabic Medium" panose="020B0603050203000203" pitchFamily="34" charset="-78"/>
                </a:rPr>
                <a:t>LED1</a:t>
              </a:r>
              <a:r>
                <a:rPr lang="en-US" sz="1100" dirty="0">
                  <a:latin typeface="IBM Plex Sans Arabic Medium" panose="020B0603050203000203" pitchFamily="34" charset="-78"/>
                  <a:cs typeface="IBM Plex Sans Arabic Medium" panose="020B0603050203000203" pitchFamily="34" charset="-78"/>
                </a:rPr>
                <a:t> </a:t>
              </a:r>
              <a:r>
                <a:rPr lang="fa-IR" sz="1100" dirty="0">
                  <a:latin typeface="IBM Plex Sans Arabic Medium" panose="020B0603050203000203" pitchFamily="34" charset="-78"/>
                  <a:cs typeface="IBM Plex Sans Arabic Medium" panose="020B0603050203000203" pitchFamily="34" charset="-78"/>
                </a:rPr>
                <a:t> </a:t>
              </a:r>
              <a:r>
                <a:rPr lang="ar-SA" sz="1100" dirty="0">
                  <a:latin typeface="IBM Plex Sans Arabic Medium" panose="020B0603050203000203" pitchFamily="34" charset="-78"/>
                  <a:cs typeface="IBM Plex Sans Arabic Medium" panose="020B0603050203000203" pitchFamily="34" charset="-78"/>
                </a:rPr>
                <a:t>سطح اول شدت لرزش (مقادیر پایین) </a:t>
              </a:r>
            </a:p>
            <a:p>
              <a:pPr algn="r" rtl="1"/>
              <a:r>
                <a:rPr lang="en-US" sz="1100" b="1" dirty="0">
                  <a:latin typeface="IBM Plex Sans Arabic Medium" panose="020B0603050203000203" pitchFamily="34" charset="-78"/>
                  <a:cs typeface="IBM Plex Sans Arabic Medium" panose="020B0603050203000203" pitchFamily="34" charset="-78"/>
                </a:rPr>
                <a:t>LED2</a:t>
              </a:r>
              <a:r>
                <a:rPr lang="en-US" sz="1100" dirty="0">
                  <a:latin typeface="IBM Plex Sans Arabic Medium" panose="020B0603050203000203" pitchFamily="34" charset="-78"/>
                  <a:cs typeface="IBM Plex Sans Arabic Medium" panose="020B0603050203000203" pitchFamily="34" charset="-78"/>
                </a:rPr>
                <a:t> </a:t>
              </a:r>
              <a:r>
                <a:rPr lang="fa-IR" sz="1100" dirty="0">
                  <a:latin typeface="IBM Plex Sans Arabic Medium" panose="020B0603050203000203" pitchFamily="34" charset="-78"/>
                  <a:cs typeface="IBM Plex Sans Arabic Medium" panose="020B0603050203000203" pitchFamily="34" charset="-78"/>
                </a:rPr>
                <a:t> </a:t>
              </a:r>
              <a:r>
                <a:rPr lang="ar-SA" sz="1100" dirty="0">
                  <a:latin typeface="IBM Plex Sans Arabic Medium" panose="020B0603050203000203" pitchFamily="34" charset="-78"/>
                  <a:cs typeface="IBM Plex Sans Arabic Medium" panose="020B0603050203000203" pitchFamily="34" charset="-78"/>
                </a:rPr>
                <a:t>سطح دوم شدت لرزش (افزایش متوسط ارتعاش) </a:t>
              </a:r>
            </a:p>
            <a:p>
              <a:pPr algn="r" rtl="1"/>
              <a:r>
                <a:rPr lang="en-US" sz="1100" b="1" dirty="0">
                  <a:latin typeface="IBM Plex Sans Arabic Medium" panose="020B0603050203000203" pitchFamily="34" charset="-78"/>
                  <a:cs typeface="IBM Plex Sans Arabic Medium" panose="020B0603050203000203" pitchFamily="34" charset="-78"/>
                </a:rPr>
                <a:t>LED3</a:t>
              </a:r>
              <a:r>
                <a:rPr lang="en-US" sz="1100" dirty="0">
                  <a:latin typeface="IBM Plex Sans Arabic Medium" panose="020B0603050203000203" pitchFamily="34" charset="-78"/>
                  <a:cs typeface="IBM Plex Sans Arabic Medium" panose="020B0603050203000203" pitchFamily="34" charset="-78"/>
                </a:rPr>
                <a:t> </a:t>
              </a:r>
              <a:r>
                <a:rPr lang="fa-IR" sz="1100" dirty="0">
                  <a:latin typeface="IBM Plex Sans Arabic Medium" panose="020B0603050203000203" pitchFamily="34" charset="-78"/>
                  <a:cs typeface="IBM Plex Sans Arabic Medium" panose="020B0603050203000203" pitchFamily="34" charset="-78"/>
                </a:rPr>
                <a:t> </a:t>
              </a:r>
              <a:r>
                <a:rPr lang="ar-SA" sz="1100" dirty="0">
                  <a:latin typeface="IBM Plex Sans Arabic Medium" panose="020B0603050203000203" pitchFamily="34" charset="-78"/>
                  <a:cs typeface="IBM Plex Sans Arabic Medium" panose="020B0603050203000203" pitchFamily="34" charset="-78"/>
                </a:rPr>
                <a:t>سطح سوم شدت لرزش (نزدیک شدن به محدوده هشدار) </a:t>
              </a:r>
            </a:p>
            <a:p>
              <a:pPr algn="r" rtl="1"/>
              <a:r>
                <a:rPr lang="fa-IR" sz="1100" b="1" dirty="0">
                  <a:latin typeface="IBM Plex Sans Arabic Medium" panose="020B0603050203000203" pitchFamily="34" charset="-78"/>
                  <a:cs typeface="IBM Plex Sans Arabic Medium" panose="020B0603050203000203" pitchFamily="34" charset="-78"/>
                </a:rPr>
                <a:t> </a:t>
              </a:r>
              <a:r>
                <a:rPr lang="en-US" sz="1100" b="1" dirty="0">
                  <a:latin typeface="IBM Plex Sans Arabic Medium" panose="020B0603050203000203" pitchFamily="34" charset="-78"/>
                  <a:cs typeface="IBM Plex Sans Arabic Medium" panose="020B0603050203000203" pitchFamily="34" charset="-78"/>
                </a:rPr>
                <a:t>LED4</a:t>
              </a:r>
              <a:r>
                <a:rPr lang="fa-IR" sz="1100" dirty="0">
                  <a:latin typeface="IBM Plex Sans Arabic Medium" panose="020B0603050203000203" pitchFamily="34" charset="-78"/>
                  <a:cs typeface="IBM Plex Sans Arabic Medium" panose="020B0603050203000203" pitchFamily="34" charset="-78"/>
                </a:rPr>
                <a:t> </a:t>
              </a:r>
              <a:r>
                <a:rPr lang="ar-SA" sz="1100" dirty="0">
                  <a:latin typeface="IBM Plex Sans Arabic Medium" panose="020B0603050203000203" pitchFamily="34" charset="-78"/>
                  <a:cs typeface="IBM Plex Sans Arabic Medium" panose="020B0603050203000203" pitchFamily="34" charset="-78"/>
                </a:rPr>
                <a:t>سطح چهارم شدت لرزش (بیشترین سطح ارتعاش) </a:t>
              </a:r>
            </a:p>
            <a:p>
              <a:pPr algn="r" rtl="1"/>
              <a:r>
                <a:rPr lang="ar-SA" sz="1100" dirty="0">
                  <a:latin typeface="IBM Plex Sans Arabic Medium" panose="020B0603050203000203" pitchFamily="34" charset="-78"/>
                  <a:cs typeface="IBM Plex Sans Arabic Medium" panose="020B0603050203000203" pitchFamily="34" charset="-78"/>
                </a:rPr>
                <a:t>این نمایشگر مستقل از وضعیت هشدار عمل کرده و برای مشاهده روند افزایش یا کاهش لرزش ماشین در لحظه استفاده می‌شود.</a:t>
              </a:r>
            </a:p>
          </p:txBody>
        </p:sp>
      </p:grpSp>
      <p:pic>
        <p:nvPicPr>
          <p:cNvPr id="22" name="Picture 21" descr="image.png">
            <a:extLst>
              <a:ext uri="{FF2B5EF4-FFF2-40B4-BE49-F238E27FC236}">
                <a16:creationId xmlns:a16="http://schemas.microsoft.com/office/drawing/2014/main" id="{9A50A26B-FCC3-6A82-2DFC-576DE9D8C9CF}"/>
              </a:ext>
            </a:extLst>
          </p:cNvPr>
          <p:cNvPicPr>
            <a:picLocks noChangeAspect="1"/>
          </p:cNvPicPr>
          <p:nvPr/>
        </p:nvPicPr>
        <p:blipFill>
          <a:blip r:embed="rId3"/>
          <a:stretch>
            <a:fillRect/>
          </a:stretch>
        </p:blipFill>
        <p:spPr>
          <a:xfrm>
            <a:off x="6948583" y="1009214"/>
            <a:ext cx="4586191" cy="4807128"/>
          </a:xfrm>
          <a:prstGeom prst="rect">
            <a:avLst/>
          </a:prstGeom>
        </p:spPr>
      </p:pic>
      <p:sp>
        <p:nvSpPr>
          <p:cNvPr id="26" name="TextBox 25">
            <a:extLst>
              <a:ext uri="{FF2B5EF4-FFF2-40B4-BE49-F238E27FC236}">
                <a16:creationId xmlns:a16="http://schemas.microsoft.com/office/drawing/2014/main" id="{222C8477-209E-3EC0-E38A-271EC7D65249}"/>
              </a:ext>
            </a:extLst>
          </p:cNvPr>
          <p:cNvSpPr txBox="1"/>
          <p:nvPr/>
        </p:nvSpPr>
        <p:spPr>
          <a:xfrm>
            <a:off x="7033261" y="1262480"/>
            <a:ext cx="4282439" cy="219291"/>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425" i="0" u="none" strike="noStrike" kern="1200" cap="none" spc="0" normalizeH="0" baseline="0" noProof="0" dirty="0">
                <a:ln>
                  <a:noFill/>
                </a:ln>
                <a:solidFill>
                  <a:srgbClr val="1B3320"/>
                </a:solidFill>
                <a:effectLst/>
                <a:uLnTx/>
                <a:uFillTx/>
                <a:latin typeface="IBM Plex Sans Arabic Medium" panose="020B0603050203000203" pitchFamily="34" charset="-78"/>
                <a:ea typeface="+mn-ea"/>
                <a:cs typeface="IBM Plex Sans Arabic Medium" panose="020B0603050203000203" pitchFamily="34" charset="-78"/>
              </a:rPr>
              <a:t>۳. منطق هشدار لرزش و مدیریت وضعیت اظطراری ماشین</a:t>
            </a:r>
          </a:p>
        </p:txBody>
      </p:sp>
      <p:sp>
        <p:nvSpPr>
          <p:cNvPr id="27" name="TextBox 26">
            <a:extLst>
              <a:ext uri="{FF2B5EF4-FFF2-40B4-BE49-F238E27FC236}">
                <a16:creationId xmlns:a16="http://schemas.microsoft.com/office/drawing/2014/main" id="{AC7389C7-D4B1-DD1D-7FA6-9AE18CC3BEDF}"/>
              </a:ext>
            </a:extLst>
          </p:cNvPr>
          <p:cNvSpPr txBox="1"/>
          <p:nvPr/>
        </p:nvSpPr>
        <p:spPr>
          <a:xfrm>
            <a:off x="7100458" y="1701007"/>
            <a:ext cx="4282439" cy="2821926"/>
          </a:xfrm>
          <a:prstGeom prst="rect">
            <a:avLst/>
          </a:prstGeom>
          <a:noFill/>
        </p:spPr>
        <p:txBody>
          <a:bodyPr wrap="square" lIns="0" tIns="0" rIns="0" bIns="0" anchor="t">
            <a:spAutoFit/>
          </a:bodyPr>
          <a:lstStyle/>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ورودی سنسور لرزش شبیه‌سازی‌شده از طریق پایه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PA0 / ADC1_IN0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به‌صورت پیوسته نمونه‌برداری می‌شود.</a:t>
            </a:r>
            <a:b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b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مقدار لرزش پس از تبدیل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ADC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به واحد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mm/s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با محدوده‌های استاندارد مقایسه شده و سطح سلامت ماشین تعیین می‌گردد.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 فعال‌سازی حالت هشدار:</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در صورت عبور مقدار لرزش از محدوده مجاز، سیستم وارد وضعیت هشدار می‌شود:</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در محدوده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WARNING  2.8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تا 7.1</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وضعیت هشدار فعال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قرمز با سرعت کم چشمک می‌زند.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در محدوده بیشتر </a:t>
            </a: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DANGER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از 7.1</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وضعیت خطر فعال می‌شود. </a:t>
            </a:r>
          </a:p>
          <a:p>
            <a:pPr marL="0" marR="0" lvl="0" indent="0" algn="r" defTabSz="457200" rtl="1" eaLnBrk="1" fontAlgn="auto" latinLnBrk="0" hangingPunct="1">
              <a:lnSpc>
                <a:spcPts val="1739"/>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100" b="0" i="0" u="none" strike="noStrike" kern="1200" cap="none" spc="0" normalizeH="0" baseline="0" noProof="0" dirty="0">
                <a:ln>
                  <a:noFill/>
                </a:ln>
                <a:solidFill>
                  <a:srgbClr val="3A523E"/>
                </a:solidFill>
                <a:effectLst/>
                <a:uLnTx/>
                <a:uFillTx/>
                <a:latin typeface="IBM Plex Sans Arabic Medium" panose="020B0603050203000203" pitchFamily="34" charset="-78"/>
                <a:ea typeface="+mn-ea"/>
                <a:cs typeface="IBM Plex Sans Arabic Medium" panose="020B0603050203000203" pitchFamily="34" charset="-78"/>
              </a:rPr>
              <a:t>قرمز با سرعت بالا چشمک می‌زند.</a:t>
            </a:r>
          </a:p>
        </p:txBody>
      </p:sp>
    </p:spTree>
    <p:extLst>
      <p:ext uri="{BB962C8B-B14F-4D97-AF65-F5344CB8AC3E}">
        <p14:creationId xmlns:p14="http://schemas.microsoft.com/office/powerpoint/2010/main" val="16169839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شبیه سازی و پیاده سازی سخت افزاری</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12" name="TextBox 11">
            <a:extLst>
              <a:ext uri="{FF2B5EF4-FFF2-40B4-BE49-F238E27FC236}">
                <a16:creationId xmlns:a16="http://schemas.microsoft.com/office/drawing/2014/main" id="{57A9A2BA-2A32-B00E-9C97-C6A5FF1CE67E}"/>
              </a:ext>
            </a:extLst>
          </p:cNvPr>
          <p:cNvSpPr txBox="1"/>
          <p:nvPr/>
        </p:nvSpPr>
        <p:spPr>
          <a:xfrm>
            <a:off x="7439940" y="1247438"/>
            <a:ext cx="4422913" cy="4832092"/>
          </a:xfrm>
          <a:prstGeom prst="rect">
            <a:avLst/>
          </a:prstGeom>
          <a:noFill/>
        </p:spPr>
        <p:txBody>
          <a:bodyPr wrap="square" rtlCol="0">
            <a:spAutoFit/>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میکروکنترلر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STM32F103</a:t>
            </a: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هسته‌ی اصلی پردازش سیستم که وظیفه‌ی دریافت داده‌ی لرزش، تحلیل وضعیت ماشین و کنترل خروجی‌ها را بر عهده دارد.</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ورودی شبیه‌ساز لرزش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Potentiometer:</a:t>
            </a:r>
            <a:b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متصل به پایه</a:t>
            </a: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PA0 (ADC Channel 0)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جهت تولید سیگنال آنالوگ مشابه سنسور لرزش و شبیه‌سازی شرایط مختلف ماشین.</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نمایشگر </a:t>
            </a:r>
            <a:r>
              <a:rPr kumimoji="0" lang="en-US"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LCD 16x2</a:t>
            </a: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a:t>
            </a:r>
            <a:b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نمایش مقدار لحظه‌ای لرزش بر حسب</a:t>
            </a: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mm/s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وضعیت عملکرد ماشین </a:t>
            </a: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NORMAL، WARNING، DANGER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برای ارتباط با اپراتور.</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نشانگرهای وضعیت:</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سبز: نمایش عملکرد عادی ماشین </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LED  </a:t>
            </a: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قرمز: نمایش شرایط هشدار و خطر با الگوی چشمک متفاوت</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نوار شدت لرزش با 4 ال ای دی:</a:t>
            </a:r>
            <a:br>
              <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r>
              <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نمایش گرافیکی سطح لرزش به صورت پلکانی، برای تشخیص سریع شدت ارتعاش بدون نیاز به بررسی مقدار عددی.</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a-IR" sz="140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a-IR" sz="1400" b="1"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3" name="Picture 2">
            <a:extLst>
              <a:ext uri="{FF2B5EF4-FFF2-40B4-BE49-F238E27FC236}">
                <a16:creationId xmlns:a16="http://schemas.microsoft.com/office/drawing/2014/main" id="{4E354B77-5B4D-408F-A719-CA4985E4ADB9}"/>
              </a:ext>
            </a:extLst>
          </p:cNvPr>
          <p:cNvPicPr>
            <a:picLocks noChangeAspect="1"/>
          </p:cNvPicPr>
          <p:nvPr/>
        </p:nvPicPr>
        <p:blipFill>
          <a:blip r:embed="rId3"/>
          <a:srcRect l="21408" t="10060" r="12119" b="6514"/>
          <a:stretch>
            <a:fillRect/>
          </a:stretch>
        </p:blipFill>
        <p:spPr>
          <a:xfrm>
            <a:off x="329147" y="947285"/>
            <a:ext cx="6354335" cy="4485914"/>
          </a:xfrm>
          <a:prstGeom prst="rect">
            <a:avLst/>
          </a:prstGeom>
        </p:spPr>
      </p:pic>
    </p:spTree>
    <p:extLst>
      <p:ext uri="{BB962C8B-B14F-4D97-AF65-F5344CB8AC3E}">
        <p14:creationId xmlns:p14="http://schemas.microsoft.com/office/powerpoint/2010/main" val="42921954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شبیه سازی و پیاده سازی سخت افزاری</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 name="TextBox 1">
            <a:extLst>
              <a:ext uri="{FF2B5EF4-FFF2-40B4-BE49-F238E27FC236}">
                <a16:creationId xmlns:a16="http://schemas.microsoft.com/office/drawing/2014/main" id="{921B993D-AD9F-0B9B-A2F4-D67CF337CF9A}"/>
              </a:ext>
            </a:extLst>
          </p:cNvPr>
          <p:cNvSpPr txBox="1"/>
          <p:nvPr/>
        </p:nvSpPr>
        <p:spPr>
          <a:xfrm>
            <a:off x="9618913" y="1062594"/>
            <a:ext cx="2243940" cy="646331"/>
          </a:xfrm>
          <a:prstGeom prst="rect">
            <a:avLst/>
          </a:prstGeom>
          <a:noFill/>
        </p:spPr>
        <p:txBody>
          <a:bodyPr wrap="square" rtlCol="0">
            <a:spAutoFit/>
          </a:bodyPr>
          <a:lstStyle/>
          <a:p>
            <a:pPr algn="r" rtl="1"/>
            <a:r>
              <a:rPr lang="fa-IR" b="1" i="0" u="none" dirty="0">
                <a:solidFill>
                  <a:srgbClr val="2E4233"/>
                </a:solidFill>
                <a:latin typeface="IBM Plex Sans Arabic Medium" panose="020B0603050203000203" pitchFamily="34" charset="-78"/>
                <a:cs typeface="IBM Plex Sans Arabic Medium" panose="020B0603050203000203" pitchFamily="34" charset="-78"/>
              </a:rPr>
              <a:t>مراحل 4 گانه از </a:t>
            </a:r>
          </a:p>
          <a:p>
            <a:pPr algn="r" rtl="1"/>
            <a:r>
              <a:rPr lang="fa-IR" b="1" dirty="0">
                <a:solidFill>
                  <a:srgbClr val="2E4233"/>
                </a:solidFill>
                <a:latin typeface="IBM Plex Sans Arabic Medium" panose="020B0603050203000203" pitchFamily="34" charset="-78"/>
                <a:cs typeface="IBM Plex Sans Arabic Medium" panose="020B0603050203000203" pitchFamily="34" charset="-78"/>
              </a:rPr>
              <a:t>استاندارد تا فروپاشی</a:t>
            </a:r>
            <a:endParaRPr lang="en-US" dirty="0">
              <a:latin typeface="IBM Plex Sans Arabic Medium" panose="020B0603050203000203" pitchFamily="34" charset="-78"/>
              <a:cs typeface="IBM Plex Sans Arabic Medium" panose="020B0603050203000203" pitchFamily="34" charset="-78"/>
            </a:endParaRPr>
          </a:p>
        </p:txBody>
      </p:sp>
      <p:pic>
        <p:nvPicPr>
          <p:cNvPr id="4" name="Picture 3">
            <a:extLst>
              <a:ext uri="{FF2B5EF4-FFF2-40B4-BE49-F238E27FC236}">
                <a16:creationId xmlns:a16="http://schemas.microsoft.com/office/drawing/2014/main" id="{D5A28490-FA77-FA1E-0229-BAFD68FCE05B}"/>
              </a:ext>
            </a:extLst>
          </p:cNvPr>
          <p:cNvPicPr>
            <a:picLocks noChangeAspect="1"/>
          </p:cNvPicPr>
          <p:nvPr/>
        </p:nvPicPr>
        <p:blipFill>
          <a:blip r:embed="rId3"/>
          <a:srcRect l="41579" t="15358" r="1052" b="65614"/>
          <a:stretch>
            <a:fillRect/>
          </a:stretch>
        </p:blipFill>
        <p:spPr>
          <a:xfrm>
            <a:off x="329147" y="748872"/>
            <a:ext cx="6994359" cy="1304907"/>
          </a:xfrm>
          <a:prstGeom prst="rect">
            <a:avLst/>
          </a:prstGeom>
        </p:spPr>
      </p:pic>
      <p:pic>
        <p:nvPicPr>
          <p:cNvPr id="5" name="Picture 4">
            <a:extLst>
              <a:ext uri="{FF2B5EF4-FFF2-40B4-BE49-F238E27FC236}">
                <a16:creationId xmlns:a16="http://schemas.microsoft.com/office/drawing/2014/main" id="{42FAEA24-7281-FA75-DF9A-1BB9B03D3910}"/>
              </a:ext>
            </a:extLst>
          </p:cNvPr>
          <p:cNvPicPr>
            <a:picLocks noChangeAspect="1"/>
          </p:cNvPicPr>
          <p:nvPr/>
        </p:nvPicPr>
        <p:blipFill>
          <a:blip r:embed="rId4"/>
          <a:srcRect l="41448" t="17322" r="2699" b="65380"/>
          <a:stretch>
            <a:fillRect/>
          </a:stretch>
        </p:blipFill>
        <p:spPr>
          <a:xfrm>
            <a:off x="329147" y="5296267"/>
            <a:ext cx="6809590" cy="1186303"/>
          </a:xfrm>
          <a:prstGeom prst="rect">
            <a:avLst/>
          </a:prstGeom>
        </p:spPr>
      </p:pic>
      <p:pic>
        <p:nvPicPr>
          <p:cNvPr id="6" name="Picture 5">
            <a:extLst>
              <a:ext uri="{FF2B5EF4-FFF2-40B4-BE49-F238E27FC236}">
                <a16:creationId xmlns:a16="http://schemas.microsoft.com/office/drawing/2014/main" id="{92845E93-BEE2-A389-8B44-32803B558AAB}"/>
              </a:ext>
            </a:extLst>
          </p:cNvPr>
          <p:cNvPicPr>
            <a:picLocks noChangeAspect="1"/>
          </p:cNvPicPr>
          <p:nvPr/>
        </p:nvPicPr>
        <p:blipFill>
          <a:blip r:embed="rId5"/>
          <a:srcRect l="43043" t="17709" r="2700" b="66784"/>
          <a:stretch>
            <a:fillRect/>
          </a:stretch>
        </p:blipFill>
        <p:spPr>
          <a:xfrm>
            <a:off x="329147" y="3842752"/>
            <a:ext cx="6615079" cy="1063467"/>
          </a:xfrm>
          <a:prstGeom prst="rect">
            <a:avLst/>
          </a:prstGeom>
        </p:spPr>
      </p:pic>
      <p:pic>
        <p:nvPicPr>
          <p:cNvPr id="8" name="Picture 7">
            <a:extLst>
              <a:ext uri="{FF2B5EF4-FFF2-40B4-BE49-F238E27FC236}">
                <a16:creationId xmlns:a16="http://schemas.microsoft.com/office/drawing/2014/main" id="{34C687A8-69EB-8D09-D30C-E3DBC7646C89}"/>
              </a:ext>
            </a:extLst>
          </p:cNvPr>
          <p:cNvPicPr>
            <a:picLocks noChangeAspect="1"/>
          </p:cNvPicPr>
          <p:nvPr/>
        </p:nvPicPr>
        <p:blipFill>
          <a:blip r:embed="rId6"/>
          <a:srcRect l="40886" t="15777" r="3715" b="66330"/>
          <a:stretch>
            <a:fillRect/>
          </a:stretch>
        </p:blipFill>
        <p:spPr>
          <a:xfrm>
            <a:off x="329147" y="2334710"/>
            <a:ext cx="6754227" cy="1227111"/>
          </a:xfrm>
          <a:prstGeom prst="rect">
            <a:avLst/>
          </a:prstGeom>
        </p:spPr>
      </p:pic>
      <p:sp>
        <p:nvSpPr>
          <p:cNvPr id="10" name="TextBox 9">
            <a:extLst>
              <a:ext uri="{FF2B5EF4-FFF2-40B4-BE49-F238E27FC236}">
                <a16:creationId xmlns:a16="http://schemas.microsoft.com/office/drawing/2014/main" id="{F431BFE3-AEFD-79DC-D167-6DA27802B7F1}"/>
              </a:ext>
            </a:extLst>
          </p:cNvPr>
          <p:cNvSpPr txBox="1"/>
          <p:nvPr/>
        </p:nvSpPr>
        <p:spPr>
          <a:xfrm>
            <a:off x="7603958" y="1282068"/>
            <a:ext cx="974947" cy="369332"/>
          </a:xfrm>
          <a:prstGeom prst="rect">
            <a:avLst/>
          </a:prstGeom>
          <a:noFill/>
        </p:spPr>
        <p:txBody>
          <a:bodyPr wrap="square" rtlCol="0">
            <a:spAutoFit/>
          </a:bodyPr>
          <a:lstStyle/>
          <a:p>
            <a:r>
              <a:rPr lang="en-US" b="1" dirty="0"/>
              <a:t>0 – 25 %</a:t>
            </a:r>
          </a:p>
        </p:txBody>
      </p:sp>
      <p:sp>
        <p:nvSpPr>
          <p:cNvPr id="11" name="TextBox 10">
            <a:extLst>
              <a:ext uri="{FF2B5EF4-FFF2-40B4-BE49-F238E27FC236}">
                <a16:creationId xmlns:a16="http://schemas.microsoft.com/office/drawing/2014/main" id="{EE03EB23-29D7-8502-082E-38C9012B022F}"/>
              </a:ext>
            </a:extLst>
          </p:cNvPr>
          <p:cNvSpPr txBox="1"/>
          <p:nvPr/>
        </p:nvSpPr>
        <p:spPr>
          <a:xfrm>
            <a:off x="7616379" y="2770031"/>
            <a:ext cx="1091966" cy="369332"/>
          </a:xfrm>
          <a:prstGeom prst="rect">
            <a:avLst/>
          </a:prstGeom>
          <a:noFill/>
        </p:spPr>
        <p:txBody>
          <a:bodyPr wrap="square" rtlCol="0">
            <a:spAutoFit/>
          </a:bodyPr>
          <a:lstStyle/>
          <a:p>
            <a:r>
              <a:rPr lang="en-US" b="1" dirty="0"/>
              <a:t>26 – 50 %</a:t>
            </a:r>
          </a:p>
        </p:txBody>
      </p:sp>
      <p:sp>
        <p:nvSpPr>
          <p:cNvPr id="13" name="TextBox 12">
            <a:extLst>
              <a:ext uri="{FF2B5EF4-FFF2-40B4-BE49-F238E27FC236}">
                <a16:creationId xmlns:a16="http://schemas.microsoft.com/office/drawing/2014/main" id="{9ABC737D-BBAF-EE00-08A0-AA98E24EDAFD}"/>
              </a:ext>
            </a:extLst>
          </p:cNvPr>
          <p:cNvSpPr txBox="1"/>
          <p:nvPr/>
        </p:nvSpPr>
        <p:spPr>
          <a:xfrm>
            <a:off x="7645945" y="4028437"/>
            <a:ext cx="1091966" cy="369332"/>
          </a:xfrm>
          <a:prstGeom prst="rect">
            <a:avLst/>
          </a:prstGeom>
          <a:noFill/>
        </p:spPr>
        <p:txBody>
          <a:bodyPr wrap="square" rtlCol="0">
            <a:spAutoFit/>
          </a:bodyPr>
          <a:lstStyle/>
          <a:p>
            <a:r>
              <a:rPr lang="en-US" b="1" dirty="0"/>
              <a:t>51 – 75 %</a:t>
            </a:r>
          </a:p>
        </p:txBody>
      </p:sp>
      <p:sp>
        <p:nvSpPr>
          <p:cNvPr id="14" name="TextBox 13">
            <a:extLst>
              <a:ext uri="{FF2B5EF4-FFF2-40B4-BE49-F238E27FC236}">
                <a16:creationId xmlns:a16="http://schemas.microsoft.com/office/drawing/2014/main" id="{37204355-359D-5112-9DE3-780ADBAD1EFF}"/>
              </a:ext>
            </a:extLst>
          </p:cNvPr>
          <p:cNvSpPr txBox="1"/>
          <p:nvPr/>
        </p:nvSpPr>
        <p:spPr>
          <a:xfrm>
            <a:off x="7645945" y="5466126"/>
            <a:ext cx="1208985" cy="369332"/>
          </a:xfrm>
          <a:prstGeom prst="rect">
            <a:avLst/>
          </a:prstGeom>
          <a:noFill/>
        </p:spPr>
        <p:txBody>
          <a:bodyPr wrap="square" rtlCol="0">
            <a:spAutoFit/>
          </a:bodyPr>
          <a:lstStyle/>
          <a:p>
            <a:r>
              <a:rPr lang="en-US" b="1" dirty="0"/>
              <a:t>76 – 100 %</a:t>
            </a:r>
          </a:p>
        </p:txBody>
      </p:sp>
      <p:cxnSp>
        <p:nvCxnSpPr>
          <p:cNvPr id="15" name="Straight Arrow Connector 14">
            <a:extLst>
              <a:ext uri="{FF2B5EF4-FFF2-40B4-BE49-F238E27FC236}">
                <a16:creationId xmlns:a16="http://schemas.microsoft.com/office/drawing/2014/main" id="{0B329C44-4F44-91AC-7386-C2820B470D9F}"/>
              </a:ext>
            </a:extLst>
          </p:cNvPr>
          <p:cNvCxnSpPr/>
          <p:nvPr/>
        </p:nvCxnSpPr>
        <p:spPr>
          <a:xfrm>
            <a:off x="9198906" y="2770031"/>
            <a:ext cx="0" cy="1870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4009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ماژول مدیریت اطلاعات و نظارت بر کارگران </a:t>
            </a:r>
            <a:r>
              <a:rPr kumimoji="0" lang="en-US"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STM32</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زیر بخش‌۵؛ شبیه سازی و پیاده سازی سخت افزاری</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3" name="Picture 2">
            <a:extLst>
              <a:ext uri="{FF2B5EF4-FFF2-40B4-BE49-F238E27FC236}">
                <a16:creationId xmlns:a16="http://schemas.microsoft.com/office/drawing/2014/main" id="{65009552-4426-2FCF-83E8-DAA9A7A5FEA1}"/>
              </a:ext>
            </a:extLst>
          </p:cNvPr>
          <p:cNvPicPr>
            <a:picLocks noChangeAspect="1"/>
          </p:cNvPicPr>
          <p:nvPr/>
        </p:nvPicPr>
        <p:blipFill>
          <a:blip r:embed="rId3"/>
          <a:srcRect l="16842" t="10701" r="8281" b="10695"/>
          <a:stretch>
            <a:fillRect/>
          </a:stretch>
        </p:blipFill>
        <p:spPr>
          <a:xfrm>
            <a:off x="652203" y="590252"/>
            <a:ext cx="5236225" cy="3092001"/>
          </a:xfrm>
          <a:prstGeom prst="rect">
            <a:avLst/>
          </a:prstGeom>
        </p:spPr>
      </p:pic>
      <p:sp>
        <p:nvSpPr>
          <p:cNvPr id="16" name="TextBox 15">
            <a:extLst>
              <a:ext uri="{FF2B5EF4-FFF2-40B4-BE49-F238E27FC236}">
                <a16:creationId xmlns:a16="http://schemas.microsoft.com/office/drawing/2014/main" id="{DDB71977-34AD-9465-8D8A-B60F751889F7}"/>
              </a:ext>
            </a:extLst>
          </p:cNvPr>
          <p:cNvSpPr txBox="1"/>
          <p:nvPr/>
        </p:nvSpPr>
        <p:spPr>
          <a:xfrm>
            <a:off x="5446569" y="1078300"/>
            <a:ext cx="6093228" cy="369332"/>
          </a:xfrm>
          <a:prstGeom prst="rect">
            <a:avLst/>
          </a:prstGeom>
          <a:noFill/>
        </p:spPr>
        <p:txBody>
          <a:bodyPr wrap="square">
            <a:spAutoFit/>
          </a:bodyPr>
          <a:lstStyle/>
          <a:p>
            <a:pPr algn="r"/>
            <a:r>
              <a:rPr lang="fa-IR" b="1" dirty="0">
                <a:latin typeface="IBM Plex Sans Arabic Medium" panose="020B0603050203000203" pitchFamily="34" charset="-78"/>
                <a:cs typeface="IBM Plex Sans Arabic Medium" panose="020B0603050203000203" pitchFamily="34" charset="-78"/>
              </a:rPr>
              <a:t>خروجی در یک ال سی دی 16 * 2</a:t>
            </a:r>
          </a:p>
        </p:txBody>
      </p:sp>
      <p:pic>
        <p:nvPicPr>
          <p:cNvPr id="17" name="Picture 16">
            <a:extLst>
              <a:ext uri="{FF2B5EF4-FFF2-40B4-BE49-F238E27FC236}">
                <a16:creationId xmlns:a16="http://schemas.microsoft.com/office/drawing/2014/main" id="{177CE04A-9594-4BA0-DEDE-FCE71EB470A1}"/>
              </a:ext>
            </a:extLst>
          </p:cNvPr>
          <p:cNvPicPr>
            <a:picLocks noChangeAspect="1"/>
          </p:cNvPicPr>
          <p:nvPr/>
        </p:nvPicPr>
        <p:blipFill>
          <a:blip r:embed="rId4"/>
          <a:srcRect l="18947" t="19287" r="28216" b="10695"/>
          <a:stretch>
            <a:fillRect/>
          </a:stretch>
        </p:blipFill>
        <p:spPr>
          <a:xfrm>
            <a:off x="7568511" y="3033169"/>
            <a:ext cx="4147240" cy="3091406"/>
          </a:xfrm>
          <a:prstGeom prst="rect">
            <a:avLst/>
          </a:prstGeom>
        </p:spPr>
      </p:pic>
      <p:sp>
        <p:nvSpPr>
          <p:cNvPr id="19" name="TextBox 18">
            <a:extLst>
              <a:ext uri="{FF2B5EF4-FFF2-40B4-BE49-F238E27FC236}">
                <a16:creationId xmlns:a16="http://schemas.microsoft.com/office/drawing/2014/main" id="{F94B7683-DAD6-7057-6EB0-CF22E1354EA3}"/>
              </a:ext>
            </a:extLst>
          </p:cNvPr>
          <p:cNvSpPr txBox="1"/>
          <p:nvPr/>
        </p:nvSpPr>
        <p:spPr>
          <a:xfrm>
            <a:off x="1098178" y="4215872"/>
            <a:ext cx="6093228" cy="584775"/>
          </a:xfrm>
          <a:prstGeom prst="rect">
            <a:avLst/>
          </a:prstGeom>
          <a:noFill/>
        </p:spPr>
        <p:txBody>
          <a:bodyPr wrap="square">
            <a:spAutoFit/>
          </a:bodyPr>
          <a:lstStyle/>
          <a:p>
            <a:pPr marL="342900" indent="-342900" algn="r" rtl="1">
              <a:buFont typeface="Arial" panose="020B0604020202020204" pitchFamily="34" charset="0"/>
              <a:buChar char="•"/>
            </a:pPr>
            <a:r>
              <a:rPr lang="fa-IR" sz="1600" b="1" dirty="0">
                <a:solidFill>
                  <a:srgbClr val="2E4233"/>
                </a:solidFill>
                <a:latin typeface="IBM Plex Sans Arabic Medium" panose="020B0603050203000203" pitchFamily="34" charset="-78"/>
                <a:cs typeface="IBM Plex Sans Arabic Medium" panose="020B0603050203000203" pitchFamily="34" charset="-78"/>
              </a:rPr>
              <a:t>سرعت چشمک متغییر ال ای دی خطر است</a:t>
            </a:r>
          </a:p>
          <a:p>
            <a:pPr marL="342900" indent="-342900" algn="r" rtl="1">
              <a:buFont typeface="Arial" panose="020B0604020202020204" pitchFamily="34" charset="0"/>
              <a:buChar char="•"/>
            </a:pPr>
            <a:r>
              <a:rPr lang="fa-IR" sz="1600" b="1" dirty="0">
                <a:solidFill>
                  <a:srgbClr val="2E4233"/>
                </a:solidFill>
                <a:latin typeface="IBM Plex Sans Arabic Medium" panose="020B0603050203000203" pitchFamily="34" charset="-78"/>
                <a:cs typeface="IBM Plex Sans Arabic Medium" panose="020B0603050203000203" pitchFamily="34" charset="-78"/>
              </a:rPr>
              <a:t>ال ای دی استاندارد در وضعیت خود استاندارد خواهد ماند</a:t>
            </a:r>
          </a:p>
        </p:txBody>
      </p:sp>
    </p:spTree>
    <p:extLst>
      <p:ext uri="{BB962C8B-B14F-4D97-AF65-F5344CB8AC3E}">
        <p14:creationId xmlns:p14="http://schemas.microsoft.com/office/powerpoint/2010/main" val="41259037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پنل کاربری</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ارتباط با پایتون؛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4" name="TextBox 3">
            <a:extLst>
              <a:ext uri="{FF2B5EF4-FFF2-40B4-BE49-F238E27FC236}">
                <a16:creationId xmlns:a16="http://schemas.microsoft.com/office/drawing/2014/main" id="{372EDE37-9BD7-E844-0894-4C907EE15650}"/>
              </a:ext>
            </a:extLst>
          </p:cNvPr>
          <p:cNvSpPr txBox="1"/>
          <p:nvPr/>
        </p:nvSpPr>
        <p:spPr>
          <a:xfrm>
            <a:off x="1866485" y="2663647"/>
            <a:ext cx="8459027" cy="584775"/>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ارتباط با پایتون</a:t>
            </a:r>
          </a:p>
        </p:txBody>
      </p:sp>
      <p:sp>
        <p:nvSpPr>
          <p:cNvPr id="5" name="Rectangle: Rounded Corners 4">
            <a:extLst>
              <a:ext uri="{FF2B5EF4-FFF2-40B4-BE49-F238E27FC236}">
                <a16:creationId xmlns:a16="http://schemas.microsoft.com/office/drawing/2014/main" id="{AED5023D-FFFA-C74F-E834-6DCD78E3501B}"/>
              </a:ext>
            </a:extLst>
          </p:cNvPr>
          <p:cNvSpPr/>
          <p:nvPr/>
        </p:nvSpPr>
        <p:spPr>
          <a:xfrm>
            <a:off x="3277189" y="3357148"/>
            <a:ext cx="5812547" cy="379468"/>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a:extLst>
              <a:ext uri="{FF2B5EF4-FFF2-40B4-BE49-F238E27FC236}">
                <a16:creationId xmlns:a16="http://schemas.microsoft.com/office/drawing/2014/main" id="{BC6D63F5-D312-2C18-9884-D4E0233A9B7A}"/>
              </a:ext>
            </a:extLst>
          </p:cNvPr>
          <p:cNvSpPr txBox="1"/>
          <p:nvPr/>
        </p:nvSpPr>
        <p:spPr>
          <a:xfrm>
            <a:off x="3135463" y="3353308"/>
            <a:ext cx="6096000" cy="923330"/>
          </a:xfrm>
          <a:prstGeom prst="rect">
            <a:avLst/>
          </a:prstGeom>
          <a:noFill/>
        </p:spPr>
        <p:txBody>
          <a:bodyPr wrap="square">
            <a:spAutoFit/>
          </a:bodyPr>
          <a:lstStyle/>
          <a:p>
            <a:pPr marL="0" marR="0" lvl="0" indent="0" algn="ctr" defTabSz="457200" rtl="0" eaLnBrk="1" fontAlgn="auto" latinLnBrk="0" hangingPunct="1">
              <a:lnSpc>
                <a:spcPct val="100000"/>
              </a:lnSpc>
              <a:spcBef>
                <a:spcPts val="750"/>
              </a:spcBef>
              <a:spcAft>
                <a:spcPts val="0"/>
              </a:spcAft>
              <a:buClrTx/>
              <a:buSzTx/>
              <a:buFontTx/>
              <a:buNone/>
              <a:tabLst/>
              <a:defRPr/>
            </a:pPr>
            <a:r>
              <a:rPr lang="fa-IR" b="1" dirty="0">
                <a:solidFill>
                  <a:prstClr val="white"/>
                </a:solidFill>
                <a:latin typeface="IBM Plex Sans Arabic Medium" panose="020B0603050203000203" pitchFamily="34" charset="-78"/>
                <a:cs typeface="IBM Plex Sans Arabic Medium" panose="020B0603050203000203" pitchFamily="34" charset="-78"/>
              </a:rPr>
              <a:t>رابط کاری </a:t>
            </a:r>
            <a:r>
              <a:rPr kumimoji="0" lang="fa-IR" sz="1800" b="1"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rPr>
              <a:t>پنل پایتون </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fa-IR"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endParaRPr kumimoji="0" lang="en-US"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Tree>
    <p:extLst>
      <p:ext uri="{BB962C8B-B14F-4D97-AF65-F5344CB8AC3E}">
        <p14:creationId xmlns:p14="http://schemas.microsoft.com/office/powerpoint/2010/main" val="34505589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49" y="6146106"/>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lang="fa-IR" sz="1000" dirty="0">
                <a:solidFill>
                  <a:prstClr val="black"/>
                </a:solidFill>
                <a:latin typeface="IBM Plex Sans Arabic Medium" panose="020B0603050203000203" pitchFamily="34" charset="-78"/>
                <a:cs typeface="IBM Plex Sans Arabic Medium" panose="020B0603050203000203" pitchFamily="34" charset="-78"/>
              </a:rPr>
              <a:t>پنل کاربری</a:t>
            </a:r>
            <a:endPar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ارتباط با پایتون؛ ارتباط</a:t>
            </a:r>
            <a:r>
              <a:rPr kumimoji="0" lang="en-US"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CAM/MCU </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a:t>
            </a:r>
            <a:endParaRPr kumimoji="0" lang="en-US"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3" name="TextBox 2">
            <a:extLst>
              <a:ext uri="{FF2B5EF4-FFF2-40B4-BE49-F238E27FC236}">
                <a16:creationId xmlns:a16="http://schemas.microsoft.com/office/drawing/2014/main" id="{C2C6F984-E7F7-0796-CEE0-B491C09BAD66}"/>
              </a:ext>
            </a:extLst>
          </p:cNvPr>
          <p:cNvSpPr txBox="1"/>
          <p:nvPr/>
        </p:nvSpPr>
        <p:spPr>
          <a:xfrm>
            <a:off x="6322967" y="951853"/>
            <a:ext cx="5306787" cy="646331"/>
          </a:xfrm>
          <a:prstGeom prst="rect">
            <a:avLst/>
          </a:prstGeom>
          <a:noFill/>
        </p:spPr>
        <p:txBody>
          <a:bodyPr wrap="square" rtlCol="0">
            <a:spAutoFit/>
          </a:bodyPr>
          <a:lstStyle/>
          <a:p>
            <a:pPr algn="r" rtl="1"/>
            <a:r>
              <a:rPr lang="fa-IR" dirty="0">
                <a:latin typeface="IBM Plex Sans Arabic Medium" panose="020B0603050203000203" pitchFamily="34" charset="-78"/>
                <a:cs typeface="IBM Plex Sans Arabic Medium" panose="020B0603050203000203" pitchFamily="34" charset="-78"/>
              </a:rPr>
              <a:t>دو پنل پایتون جدا وجود دارد که هرکدام نقش متفاوتی دارند؛</a:t>
            </a:r>
          </a:p>
          <a:p>
            <a:pPr algn="r" rtl="1"/>
            <a:endParaRPr lang="en-US" dirty="0"/>
          </a:p>
        </p:txBody>
      </p:sp>
      <p:sp>
        <p:nvSpPr>
          <p:cNvPr id="10" name="TextBox 9">
            <a:extLst>
              <a:ext uri="{FF2B5EF4-FFF2-40B4-BE49-F238E27FC236}">
                <a16:creationId xmlns:a16="http://schemas.microsoft.com/office/drawing/2014/main" id="{8B7659FA-1EC9-EC85-3E4E-D9EF0B96C1DE}"/>
              </a:ext>
            </a:extLst>
          </p:cNvPr>
          <p:cNvSpPr txBox="1"/>
          <p:nvPr/>
        </p:nvSpPr>
        <p:spPr>
          <a:xfrm>
            <a:off x="1441268" y="1447543"/>
            <a:ext cx="10217332" cy="3754874"/>
          </a:xfrm>
          <a:prstGeom prst="rect">
            <a:avLst/>
          </a:prstGeom>
          <a:noFill/>
        </p:spPr>
        <p:txBody>
          <a:bodyPr wrap="square" rtlCol="0">
            <a:spAutoFit/>
          </a:bodyPr>
          <a:lstStyle/>
          <a:p>
            <a:pPr algn="r" rtl="1"/>
            <a:r>
              <a:rPr lang="fa-IR" sz="1400" b="1" dirty="0">
                <a:latin typeface="IBM Plex Sans Arabic Medium" panose="020B0603050203000203" pitchFamily="34" charset="-78"/>
                <a:cs typeface="IBM Plex Sans Arabic Medium" panose="020B0603050203000203" pitchFamily="34" charset="-78"/>
              </a:rPr>
              <a:t>پنل گرافیکی:</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داشبورد گرافیکی چهاربخشی درنظر گرفته شده که از طریق پورت سریال </a:t>
            </a:r>
            <a:r>
              <a:rPr lang="en-US" sz="1400" dirty="0">
                <a:latin typeface="IBM Plex Sans Arabic Medium" panose="020B0603050203000203" pitchFamily="34" charset="-78"/>
                <a:cs typeface="IBM Plex Sans Arabic Medium" panose="020B0603050203000203" pitchFamily="34" charset="-78"/>
              </a:rPr>
              <a:t>COM8،9600 baud rate) </a:t>
            </a:r>
            <a:r>
              <a:rPr lang="fa-IR" sz="1400" dirty="0">
                <a:latin typeface="IBM Plex Sans Arabic Medium" panose="020B0603050203000203" pitchFamily="34" charset="-78"/>
                <a:cs typeface="IBM Plex Sans Arabic Medium" panose="020B0603050203000203" pitchFamily="34" charset="-78"/>
              </a:rPr>
              <a:t>) مستقیما</a:t>
            </a:r>
            <a:r>
              <a:rPr lang="en-US" sz="1400" dirty="0">
                <a:latin typeface="IBM Plex Sans Arabic Medium" panose="020B0603050203000203" pitchFamily="34" charset="-78"/>
                <a:cs typeface="IBM Plex Sans Arabic Medium" panose="020B0603050203000203" pitchFamily="34" charset="-78"/>
              </a:rPr>
              <a:t> </a:t>
            </a:r>
            <a:r>
              <a:rPr lang="fa-IR" sz="1400" dirty="0">
                <a:latin typeface="IBM Plex Sans Arabic Medium" panose="020B0603050203000203" pitchFamily="34" charset="-78"/>
                <a:cs typeface="IBM Plex Sans Arabic Medium" panose="020B0603050203000203" pitchFamily="34" charset="-78"/>
              </a:rPr>
              <a:t>به بورد </a:t>
            </a:r>
            <a:r>
              <a:rPr lang="en-US" sz="1400" dirty="0">
                <a:latin typeface="IBM Plex Sans Arabic Medium" panose="020B0603050203000203" pitchFamily="34" charset="-78"/>
                <a:cs typeface="IBM Plex Sans Arabic Medium" panose="020B0603050203000203" pitchFamily="34" charset="-78"/>
              </a:rPr>
              <a:t>STM32  </a:t>
            </a:r>
            <a:r>
              <a:rPr lang="fa-IR" sz="1400" dirty="0">
                <a:latin typeface="IBM Plex Sans Arabic Medium" panose="020B0603050203000203" pitchFamily="34" charset="-78"/>
                <a:cs typeface="IBM Plex Sans Arabic Medium" panose="020B0603050203000203" pitchFamily="34" charset="-78"/>
              </a:rPr>
              <a:t>وصل می‌شود. </a:t>
            </a:r>
            <a:endParaRPr lang="en-US" sz="1400" dirty="0">
              <a:latin typeface="IBM Plex Sans Arabic Medium" panose="020B0603050203000203" pitchFamily="34" charset="-78"/>
              <a:cs typeface="IBM Plex Sans Arabic Medium" panose="020B0603050203000203" pitchFamily="34" charset="-78"/>
            </a:endParaRP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برد داده‌های تله‌متری را با فرمت متنی خاص خودش</a:t>
            </a:r>
            <a:endParaRPr lang="en-US" sz="1400" dirty="0">
              <a:latin typeface="IBM Plex Sans Arabic Medium" panose="020B0603050203000203" pitchFamily="34" charset="-78"/>
              <a:cs typeface="IBM Plex Sans Arabic Medium" panose="020B0603050203000203" pitchFamily="34" charset="-78"/>
            </a:endParaRPr>
          </a:p>
          <a:p>
            <a:pPr>
              <a:lnSpc>
                <a:spcPct val="150000"/>
              </a:lnSpc>
            </a:pPr>
            <a:r>
              <a:rPr lang="en-US" sz="1400" dirty="0">
                <a:latin typeface="IBM Plex Sans Arabic Medium" panose="020B0603050203000203" pitchFamily="34" charset="-78"/>
                <a:cs typeface="IBM Plex Sans Arabic Medium" panose="020B0603050203000203" pitchFamily="34" charset="-78"/>
              </a:rPr>
              <a:t>TIME=...|CUR=...|FIRE=1|LOCK=0</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روی </a:t>
            </a:r>
            <a:r>
              <a:rPr lang="en-US" sz="1400" dirty="0">
                <a:latin typeface="IBM Plex Sans Arabic Medium" panose="020B0603050203000203" pitchFamily="34" charset="-78"/>
                <a:cs typeface="IBM Plex Sans Arabic Medium" panose="020B0603050203000203" pitchFamily="34" charset="-78"/>
              </a:rPr>
              <a:t>UART </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می‌فرستد، و یک ترد</a:t>
            </a:r>
            <a:r>
              <a:rPr lang="en-US" sz="1400" dirty="0">
                <a:latin typeface="IBM Plex Sans Arabic Medium" panose="020B0603050203000203" pitchFamily="34" charset="-78"/>
                <a:cs typeface="IBM Plex Sans Arabic Medium" panose="020B0603050203000203" pitchFamily="34" charset="-78"/>
              </a:rPr>
              <a:t> </a:t>
            </a:r>
            <a:r>
              <a:rPr lang="fa-IR" sz="1400" dirty="0">
                <a:latin typeface="IBM Plex Sans Arabic Medium" panose="020B0603050203000203" pitchFamily="34" charset="-78"/>
                <a:cs typeface="IBM Plex Sans Arabic Medium" panose="020B0603050203000203" pitchFamily="34" charset="-78"/>
              </a:rPr>
              <a:t>در پایتون </a:t>
            </a:r>
            <a:r>
              <a:rPr lang="en-US" sz="1400" dirty="0">
                <a:latin typeface="IBM Plex Sans Arabic Medium" panose="020B0603050203000203" pitchFamily="34" charset="-78"/>
                <a:cs typeface="IBM Plex Sans Arabic Medium" panose="020B0603050203000203" pitchFamily="34" charset="-78"/>
              </a:rPr>
              <a:t> </a:t>
            </a:r>
            <a:r>
              <a:rPr lang="en-US" sz="1400" dirty="0" err="1">
                <a:latin typeface="IBM Plex Sans Arabic Medium" panose="020B0603050203000203" pitchFamily="34" charset="-78"/>
                <a:cs typeface="IBM Plex Sans Arabic Medium" panose="020B0603050203000203" pitchFamily="34" charset="-78"/>
              </a:rPr>
              <a:t>serial_rx_thread</a:t>
            </a:r>
            <a:r>
              <a:rPr lang="fa-IR" sz="1400" dirty="0">
                <a:latin typeface="IBM Plex Sans Arabic Medium" panose="020B0603050203000203" pitchFamily="34" charset="-78"/>
                <a:cs typeface="IBM Plex Sans Arabic Medium" panose="020B0603050203000203" pitchFamily="34" charset="-78"/>
              </a:rPr>
              <a:t>این خط‌ها را می‌خواند،</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 پارس می‌کند و هر ۱۵۰ میلی‌ثانیه رابط کاربری را به‌روزرسانی می‌کند. </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علت استفاده از پایتون ؟</a:t>
            </a:r>
          </a:p>
          <a:p>
            <a:pPr algn="r" rtl="1">
              <a:lnSpc>
                <a:spcPct val="150000"/>
              </a:lnSpc>
            </a:pPr>
            <a:endParaRPr lang="en-US" sz="1400" dirty="0">
              <a:latin typeface="IBM Plex Sans Arabic Medium" panose="020B0603050203000203" pitchFamily="34" charset="-78"/>
              <a:cs typeface="IBM Plex Sans Arabic Medium" panose="020B0603050203000203" pitchFamily="34" charset="-78"/>
            </a:endParaRPr>
          </a:p>
          <a:p>
            <a:pPr algn="r" rtl="1">
              <a:lnSpc>
                <a:spcPct val="150000"/>
              </a:lnSpc>
            </a:pPr>
            <a:r>
              <a:rPr lang="en-US" sz="1400" dirty="0">
                <a:latin typeface="IBM Plex Sans Arabic Medium" panose="020B0603050203000203" pitchFamily="34" charset="-78"/>
                <a:cs typeface="IBM Plex Sans Arabic Medium" panose="020B0603050203000203" pitchFamily="34" charset="-78"/>
              </a:rPr>
              <a:t>STM32 </a:t>
            </a:r>
            <a:r>
              <a:rPr lang="fa-IR" sz="1400" dirty="0">
                <a:latin typeface="IBM Plex Sans Arabic Medium" panose="020B0603050203000203" pitchFamily="34" charset="-78"/>
                <a:cs typeface="IBM Plex Sans Arabic Medium" panose="020B0603050203000203" pitchFamily="34" charset="-78"/>
              </a:rPr>
              <a:t>هیچ قابلیت رندر گرافیکی ندارد و فقط از طریق</a:t>
            </a:r>
            <a:r>
              <a:rPr lang="en-US" sz="1400" dirty="0">
                <a:latin typeface="IBM Plex Sans Arabic Medium" panose="020B0603050203000203" pitchFamily="34" charset="-78"/>
                <a:cs typeface="IBM Plex Sans Arabic Medium" panose="020B0603050203000203" pitchFamily="34" charset="-78"/>
              </a:rPr>
              <a:t>UART  </a:t>
            </a:r>
            <a:r>
              <a:rPr lang="fa-IR" sz="1400" dirty="0">
                <a:latin typeface="IBM Plex Sans Arabic Medium" panose="020B0603050203000203" pitchFamily="34" charset="-78"/>
                <a:cs typeface="IBM Plex Sans Arabic Medium" panose="020B0603050203000203" pitchFamily="34" charset="-78"/>
              </a:rPr>
              <a:t> می‌تواند داده خام بفرستد؛ </a:t>
            </a:r>
            <a:endParaRPr lang="en-US" sz="1400" dirty="0">
              <a:latin typeface="IBM Plex Sans Arabic Medium" panose="020B0603050203000203" pitchFamily="34" charset="-78"/>
              <a:cs typeface="IBM Plex Sans Arabic Medium" panose="020B0603050203000203" pitchFamily="34" charset="-78"/>
            </a:endParaRP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پایتون این داده‌ی خام را به یک داشبورد بصری زنده (دما، وضعیت آژیر، قفل ایمنی) تبدیل می‌کند.</a:t>
            </a:r>
            <a:endParaRPr lang="en-US" sz="1400" dirty="0">
              <a:latin typeface="IBM Plex Sans Arabic Medium" panose="020B0603050203000203" pitchFamily="34" charset="-78"/>
              <a:cs typeface="IBM Plex Sans Arabic Medium" panose="020B0603050203000203" pitchFamily="34" charset="-78"/>
            </a:endParaRPr>
          </a:p>
          <a:p>
            <a:pPr algn="r" rtl="1"/>
            <a:endParaRPr lang="fa-IR" sz="1400" b="1" dirty="0">
              <a:latin typeface="IBM Plex Sans Arabic Medium" panose="020B0603050203000203" pitchFamily="34" charset="-78"/>
              <a:cs typeface="IBM Plex Sans Arabic Medium" panose="020B0603050203000203" pitchFamily="34" charset="-78"/>
            </a:endParaRPr>
          </a:p>
        </p:txBody>
      </p:sp>
    </p:spTree>
    <p:extLst>
      <p:ext uri="{BB962C8B-B14F-4D97-AF65-F5344CB8AC3E}">
        <p14:creationId xmlns:p14="http://schemas.microsoft.com/office/powerpoint/2010/main" val="11742895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49" y="6146106"/>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lang="fa-IR" sz="1000" dirty="0">
                <a:solidFill>
                  <a:prstClr val="black"/>
                </a:solidFill>
                <a:latin typeface="IBM Plex Sans Arabic Medium" panose="020B0603050203000203" pitchFamily="34" charset="-78"/>
                <a:cs typeface="IBM Plex Sans Arabic Medium" panose="020B0603050203000203" pitchFamily="34" charset="-78"/>
              </a:rPr>
              <a:t>پنل کاربری</a:t>
            </a:r>
            <a:endPar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ارتباط با پایتون؛ ارتباط</a:t>
            </a:r>
            <a:r>
              <a:rPr kumimoji="0" lang="en-US"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CAM/MCU </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a:t>
            </a:r>
            <a:endParaRPr kumimoji="0" lang="en-US"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3" name="TextBox 2">
            <a:extLst>
              <a:ext uri="{FF2B5EF4-FFF2-40B4-BE49-F238E27FC236}">
                <a16:creationId xmlns:a16="http://schemas.microsoft.com/office/drawing/2014/main" id="{C2C6F984-E7F7-0796-CEE0-B491C09BAD66}"/>
              </a:ext>
            </a:extLst>
          </p:cNvPr>
          <p:cNvSpPr txBox="1"/>
          <p:nvPr/>
        </p:nvSpPr>
        <p:spPr>
          <a:xfrm>
            <a:off x="6322967" y="951853"/>
            <a:ext cx="5306787" cy="646331"/>
          </a:xfrm>
          <a:prstGeom prst="rect">
            <a:avLst/>
          </a:prstGeom>
          <a:noFill/>
        </p:spPr>
        <p:txBody>
          <a:bodyPr wrap="square" rtlCol="0">
            <a:spAutoFit/>
          </a:bodyPr>
          <a:lstStyle/>
          <a:p>
            <a:pPr algn="r" rtl="1"/>
            <a:r>
              <a:rPr lang="fa-IR" dirty="0">
                <a:latin typeface="IBM Plex Sans Arabic Medium" panose="020B0603050203000203" pitchFamily="34" charset="-78"/>
                <a:cs typeface="IBM Plex Sans Arabic Medium" panose="020B0603050203000203" pitchFamily="34" charset="-78"/>
              </a:rPr>
              <a:t>دو پنل پایتون جدا وجود دارد که هرکدام نقش متفاوتی دارند؛</a:t>
            </a:r>
          </a:p>
          <a:p>
            <a:pPr algn="r" rtl="1"/>
            <a:endParaRPr lang="en-US" dirty="0"/>
          </a:p>
        </p:txBody>
      </p:sp>
      <p:sp>
        <p:nvSpPr>
          <p:cNvPr id="12" name="TextBox 11">
            <a:extLst>
              <a:ext uri="{FF2B5EF4-FFF2-40B4-BE49-F238E27FC236}">
                <a16:creationId xmlns:a16="http://schemas.microsoft.com/office/drawing/2014/main" id="{A5ECD99B-E204-8079-B028-099190B9238E}"/>
              </a:ext>
            </a:extLst>
          </p:cNvPr>
          <p:cNvSpPr txBox="1"/>
          <p:nvPr/>
        </p:nvSpPr>
        <p:spPr>
          <a:xfrm>
            <a:off x="1412422" y="1470253"/>
            <a:ext cx="10217332" cy="3189335"/>
          </a:xfrm>
          <a:prstGeom prst="rect">
            <a:avLst/>
          </a:prstGeom>
          <a:noFill/>
        </p:spPr>
        <p:txBody>
          <a:bodyPr wrap="square" rtlCol="0">
            <a:spAutoFit/>
          </a:bodyPr>
          <a:lstStyle/>
          <a:p>
            <a:pPr algn="r" rtl="1"/>
            <a:r>
              <a:rPr lang="fa-IR" sz="1400" b="1" dirty="0">
                <a:latin typeface="IBM Plex Sans Arabic Medium" panose="020B0603050203000203" pitchFamily="34" charset="-78"/>
                <a:cs typeface="IBM Plex Sans Arabic Medium" panose="020B0603050203000203" pitchFamily="34" charset="-78"/>
              </a:rPr>
              <a:t>سرور(سرور دوطرفه + دیتابیس فایلی): </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این اسکریپت روی پورت دیگری </a:t>
            </a:r>
            <a:r>
              <a:rPr lang="en-US" sz="1400" dirty="0">
                <a:latin typeface="IBM Plex Sans Arabic Medium" panose="020B0603050203000203" pitchFamily="34" charset="-78"/>
                <a:cs typeface="IBM Plex Sans Arabic Medium" panose="020B0603050203000203" pitchFamily="34" charset="-78"/>
              </a:rPr>
              <a:t>COM2</a:t>
            </a:r>
            <a:r>
              <a:rPr lang="fa-IR" sz="1400" dirty="0">
                <a:latin typeface="IBM Plex Sans Arabic Medium" panose="020B0603050203000203" pitchFamily="34" charset="-78"/>
                <a:cs typeface="IBM Plex Sans Arabic Medium" panose="020B0603050203000203" pitchFamily="34" charset="-78"/>
              </a:rPr>
              <a:t> به بورد مدیریت نیروی کار وصل می‌شود و یک ارتباط دوطرفه برقرار می‌کند.</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وقتی </a:t>
            </a:r>
            <a:r>
              <a:rPr lang="en-US" sz="1400" dirty="0">
                <a:latin typeface="IBM Plex Sans Arabic Medium" panose="020B0603050203000203" pitchFamily="34" charset="-78"/>
                <a:cs typeface="IBM Plex Sans Arabic Medium" panose="020B0603050203000203" pitchFamily="34" charset="-78"/>
              </a:rPr>
              <a:t>MCU </a:t>
            </a:r>
            <a:r>
              <a:rPr lang="fa-IR" sz="1400" dirty="0">
                <a:latin typeface="IBM Plex Sans Arabic Medium" panose="020B0603050203000203" pitchFamily="34" charset="-78"/>
                <a:cs typeface="IBM Plex Sans Arabic Medium" panose="020B0603050203000203" pitchFamily="34" charset="-78"/>
              </a:rPr>
              <a:t>پیام‌هایی مثل </a:t>
            </a:r>
            <a:r>
              <a:rPr lang="en-US" sz="1400" dirty="0">
                <a:latin typeface="IBM Plex Sans Arabic Medium" panose="020B0603050203000203" pitchFamily="34" charset="-78"/>
                <a:cs typeface="IBM Plex Sans Arabic Medium" panose="020B0603050203000203" pitchFamily="34" charset="-78"/>
              </a:rPr>
              <a:t>REQ_NAME:, CHECKIN:, CHECKOUT:, VACATION: </a:t>
            </a:r>
            <a:r>
              <a:rPr lang="fa-IR" sz="1400" dirty="0">
                <a:latin typeface="IBM Plex Sans Arabic Medium" panose="020B0603050203000203" pitchFamily="34" charset="-78"/>
                <a:cs typeface="IBM Plex Sans Arabic Medium" panose="020B0603050203000203" pitchFamily="34" charset="-78"/>
              </a:rPr>
              <a:t>یا </a:t>
            </a:r>
            <a:r>
              <a:rPr lang="en-US" sz="1400" dirty="0">
                <a:latin typeface="IBM Plex Sans Arabic Medium" panose="020B0603050203000203" pitchFamily="34" charset="-78"/>
                <a:cs typeface="IBM Plex Sans Arabic Medium" panose="020B0603050203000203" pitchFamily="34" charset="-78"/>
              </a:rPr>
              <a:t>MANAGER:INFO: </a:t>
            </a:r>
            <a:r>
              <a:rPr lang="fa-IR" sz="1400" dirty="0">
                <a:latin typeface="IBM Plex Sans Arabic Medium" panose="020B0603050203000203" pitchFamily="34" charset="-78"/>
                <a:cs typeface="IBM Plex Sans Arabic Medium" panose="020B0603050203000203" pitchFamily="34" charset="-78"/>
              </a:rPr>
              <a:t>می‌فرستد،</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پایتون آن را پارس کرده، در فایل‌های متنی که نقش یک دیتابیس ساده را دارند (</a:t>
            </a:r>
            <a:r>
              <a:rPr lang="en-US" sz="1400" dirty="0">
                <a:latin typeface="IBM Plex Sans Arabic Medium" panose="020B0603050203000203" pitchFamily="34" charset="-78"/>
                <a:cs typeface="IBM Plex Sans Arabic Medium" panose="020B0603050203000203" pitchFamily="34" charset="-78"/>
              </a:rPr>
              <a:t>worker_ID.txt، </a:t>
            </a:r>
            <a:r>
              <a:rPr lang="fa-IR" sz="1400" dirty="0">
                <a:latin typeface="IBM Plex Sans Arabic Medium" panose="020B0603050203000203" pitchFamily="34" charset="-78"/>
                <a:cs typeface="IBM Plex Sans Arabic Medium" panose="020B0603050203000203" pitchFamily="34" charset="-78"/>
              </a:rPr>
              <a:t>پوشه‌های حضور/غیاب/مرخصی)</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 جست‌وجو یا ثبت می‌کند، و نتیجه (نام کارگر، پیام موفقیت/خطا) را دوباره از طریق سریال به </a:t>
            </a:r>
            <a:r>
              <a:rPr lang="en-US" sz="1400" dirty="0">
                <a:latin typeface="IBM Plex Sans Arabic Medium" panose="020B0603050203000203" pitchFamily="34" charset="-78"/>
                <a:cs typeface="IBM Plex Sans Arabic Medium" panose="020B0603050203000203" pitchFamily="34" charset="-78"/>
              </a:rPr>
              <a:t>MCU </a:t>
            </a:r>
            <a:r>
              <a:rPr lang="fa-IR" sz="1400" dirty="0">
                <a:latin typeface="IBM Plex Sans Arabic Medium" panose="020B0603050203000203" pitchFamily="34" charset="-78"/>
                <a:cs typeface="IBM Plex Sans Arabic Medium" panose="020B0603050203000203" pitchFamily="34" charset="-78"/>
              </a:rPr>
              <a:t> برمی‌گرداند تا روی </a:t>
            </a:r>
            <a:r>
              <a:rPr lang="en-US" sz="1400" dirty="0">
                <a:latin typeface="IBM Plex Sans Arabic Medium" panose="020B0603050203000203" pitchFamily="34" charset="-78"/>
                <a:cs typeface="IBM Plex Sans Arabic Medium" panose="020B0603050203000203" pitchFamily="34" charset="-78"/>
              </a:rPr>
              <a:t>LCD </a:t>
            </a:r>
            <a:r>
              <a:rPr lang="fa-IR" sz="1400" dirty="0">
                <a:latin typeface="IBM Plex Sans Arabic Medium" panose="020B0603050203000203" pitchFamily="34" charset="-78"/>
                <a:cs typeface="IBM Plex Sans Arabic Medium" panose="020B0603050203000203" pitchFamily="34" charset="-78"/>
              </a:rPr>
              <a:t> نمایش داده شود.</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 علت این معماری؟</a:t>
            </a:r>
          </a:p>
          <a:p>
            <a:pPr algn="r" rtl="1">
              <a:lnSpc>
                <a:spcPct val="150000"/>
              </a:lnSpc>
            </a:pPr>
            <a:r>
              <a:rPr lang="en-US" sz="1400" dirty="0">
                <a:latin typeface="IBM Plex Sans Arabic Medium" panose="020B0603050203000203" pitchFamily="34" charset="-78"/>
                <a:cs typeface="IBM Plex Sans Arabic Medium" panose="020B0603050203000203" pitchFamily="34" charset="-78"/>
              </a:rPr>
              <a:t>STM32F103 </a:t>
            </a:r>
            <a:r>
              <a:rPr lang="fa-IR" sz="1400" dirty="0">
                <a:latin typeface="IBM Plex Sans Arabic Medium" panose="020B0603050203000203" pitchFamily="34" charset="-78"/>
                <a:cs typeface="IBM Plex Sans Arabic Medium" panose="020B0603050203000203" pitchFamily="34" charset="-78"/>
              </a:rPr>
              <a:t>نه فایل‌سیستمی دارد و نه قدرت پردازشی برای نگه‌داشتن دیتابیس چندصدنفره‌ی کارگران؛</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 بنابراین منطق سنگین (جست‌وجو، ذخیره‌سازی دائمی، تاریخچه) به لایه‌ی پایتون روی کامپیوتر منتقل شده،</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 درحالی‌که منطق حیاتی و بلادرنگ (تشخیص لمس انگشت، کنترل </a:t>
            </a:r>
            <a:r>
              <a:rPr lang="en-US" sz="1400" dirty="0">
                <a:latin typeface="IBM Plex Sans Arabic Medium" panose="020B0603050203000203" pitchFamily="34" charset="-78"/>
                <a:cs typeface="IBM Plex Sans Arabic Medium" panose="020B0603050203000203" pitchFamily="34" charset="-78"/>
              </a:rPr>
              <a:t>LCD، </a:t>
            </a:r>
            <a:r>
              <a:rPr lang="fa-IR" sz="1400" dirty="0">
                <a:latin typeface="IBM Plex Sans Arabic Medium" panose="020B0603050203000203" pitchFamily="34" charset="-78"/>
                <a:cs typeface="IBM Plex Sans Arabic Medium" panose="020B0603050203000203" pitchFamily="34" charset="-78"/>
              </a:rPr>
              <a:t>هشدار فوری) همچنان روی خود میکروکنترلر باقی مانده تا سرعت و قابلیت اطمینان </a:t>
            </a:r>
            <a:r>
              <a:rPr lang="en-US" sz="1400" dirty="0">
                <a:latin typeface="IBM Plex Sans Arabic Medium" panose="020B0603050203000203" pitchFamily="34" charset="-78"/>
                <a:cs typeface="IBM Plex Sans Arabic Medium" panose="020B0603050203000203" pitchFamily="34" charset="-78"/>
              </a:rPr>
              <a:t>real-time </a:t>
            </a:r>
            <a:r>
              <a:rPr lang="fa-IR" sz="1400" dirty="0">
                <a:latin typeface="IBM Plex Sans Arabic Medium" panose="020B0603050203000203" pitchFamily="34" charset="-78"/>
                <a:cs typeface="IBM Plex Sans Arabic Medium" panose="020B0603050203000203" pitchFamily="34" charset="-78"/>
              </a:rPr>
              <a:t> حفظ شود.</a:t>
            </a:r>
            <a:endParaRPr lang="en-US" sz="1400" dirty="0">
              <a:latin typeface="IBM Plex Sans Arabic Medium" panose="020B0603050203000203" pitchFamily="34" charset="-78"/>
              <a:cs typeface="IBM Plex Sans Arabic Medium" panose="020B0603050203000203" pitchFamily="34" charset="-78"/>
            </a:endParaRPr>
          </a:p>
        </p:txBody>
      </p:sp>
    </p:spTree>
    <p:extLst>
      <p:ext uri="{BB962C8B-B14F-4D97-AF65-F5344CB8AC3E}">
        <p14:creationId xmlns:p14="http://schemas.microsoft.com/office/powerpoint/2010/main" val="20738670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49" y="6146106"/>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lang="fa-IR" sz="1000" dirty="0">
                <a:solidFill>
                  <a:prstClr val="black"/>
                </a:solidFill>
                <a:latin typeface="IBM Plex Sans Arabic Medium" panose="020B0603050203000203" pitchFamily="34" charset="-78"/>
                <a:cs typeface="IBM Plex Sans Arabic Medium" panose="020B0603050203000203" pitchFamily="34" charset="-78"/>
              </a:rPr>
              <a:t>پنل کاربری</a:t>
            </a:r>
            <a:endPar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algn="r" rtl="1">
              <a:lnSpc>
                <a:spcPts val="2520"/>
              </a:lnSpc>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ارتباط با پایتون؛ ارتباط</a:t>
            </a:r>
            <a:r>
              <a:rPr kumimoji="0" lang="en-US"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CAM/MCU </a:t>
            </a: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 </a:t>
            </a:r>
            <a:endParaRPr kumimoji="0" lang="en-US"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3" name="TextBox 2">
            <a:extLst>
              <a:ext uri="{FF2B5EF4-FFF2-40B4-BE49-F238E27FC236}">
                <a16:creationId xmlns:a16="http://schemas.microsoft.com/office/drawing/2014/main" id="{C2C6F984-E7F7-0796-CEE0-B491C09BAD66}"/>
              </a:ext>
            </a:extLst>
          </p:cNvPr>
          <p:cNvSpPr txBox="1"/>
          <p:nvPr/>
        </p:nvSpPr>
        <p:spPr>
          <a:xfrm>
            <a:off x="6322967" y="951853"/>
            <a:ext cx="5306787" cy="646331"/>
          </a:xfrm>
          <a:prstGeom prst="rect">
            <a:avLst/>
          </a:prstGeom>
          <a:noFill/>
        </p:spPr>
        <p:txBody>
          <a:bodyPr wrap="square" rtlCol="0">
            <a:spAutoFit/>
          </a:bodyPr>
          <a:lstStyle/>
          <a:p>
            <a:pPr algn="r" rtl="1"/>
            <a:r>
              <a:rPr lang="fa-IR" dirty="0">
                <a:latin typeface="IBM Plex Sans Arabic Medium" panose="020B0603050203000203" pitchFamily="34" charset="-78"/>
                <a:cs typeface="IBM Plex Sans Arabic Medium" panose="020B0603050203000203" pitchFamily="34" charset="-78"/>
              </a:rPr>
              <a:t>رابط گرافیکی این اپلیکیشن به شکل زیر است؛</a:t>
            </a:r>
          </a:p>
          <a:p>
            <a:pPr algn="r" rtl="1"/>
            <a:endParaRPr lang="en-US" dirty="0"/>
          </a:p>
        </p:txBody>
      </p:sp>
      <p:pic>
        <p:nvPicPr>
          <p:cNvPr id="4" name="Picture 3">
            <a:extLst>
              <a:ext uri="{FF2B5EF4-FFF2-40B4-BE49-F238E27FC236}">
                <a16:creationId xmlns:a16="http://schemas.microsoft.com/office/drawing/2014/main" id="{1F1C1822-651C-58C6-5AFE-91247F5F1EFD}"/>
              </a:ext>
            </a:extLst>
          </p:cNvPr>
          <p:cNvPicPr>
            <a:picLocks noChangeAspect="1"/>
          </p:cNvPicPr>
          <p:nvPr/>
        </p:nvPicPr>
        <p:blipFill>
          <a:blip r:embed="rId3"/>
          <a:stretch>
            <a:fillRect/>
          </a:stretch>
        </p:blipFill>
        <p:spPr>
          <a:xfrm>
            <a:off x="164557" y="151453"/>
            <a:ext cx="6389547" cy="4533469"/>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1DC7CBAF-2CD9-C28F-D14A-17D7349D3AC3}"/>
              </a:ext>
            </a:extLst>
          </p:cNvPr>
          <p:cNvPicPr>
            <a:picLocks noChangeAspect="1"/>
          </p:cNvPicPr>
          <p:nvPr/>
        </p:nvPicPr>
        <p:blipFill>
          <a:blip r:embed="rId4"/>
          <a:stretch>
            <a:fillRect/>
          </a:stretch>
        </p:blipFill>
        <p:spPr>
          <a:xfrm>
            <a:off x="5539197" y="1978751"/>
            <a:ext cx="6389546" cy="45334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051745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چالش‌ها و ادامه توسعه</a:t>
            </a:r>
            <a:endPar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چالش‌ها و ادامه توسعه؛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4" name="TextBox 3">
            <a:extLst>
              <a:ext uri="{FF2B5EF4-FFF2-40B4-BE49-F238E27FC236}">
                <a16:creationId xmlns:a16="http://schemas.microsoft.com/office/drawing/2014/main" id="{372EDE37-9BD7-E844-0894-4C907EE15650}"/>
              </a:ext>
            </a:extLst>
          </p:cNvPr>
          <p:cNvSpPr txBox="1"/>
          <p:nvPr/>
        </p:nvSpPr>
        <p:spPr>
          <a:xfrm>
            <a:off x="1866485" y="2663647"/>
            <a:ext cx="8459027" cy="584775"/>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چالش‌ها و ادامه توسعه</a:t>
            </a:r>
          </a:p>
        </p:txBody>
      </p:sp>
      <p:sp>
        <p:nvSpPr>
          <p:cNvPr id="5" name="Rectangle: Rounded Corners 4">
            <a:extLst>
              <a:ext uri="{FF2B5EF4-FFF2-40B4-BE49-F238E27FC236}">
                <a16:creationId xmlns:a16="http://schemas.microsoft.com/office/drawing/2014/main" id="{AED5023D-FFFA-C74F-E834-6DCD78E3501B}"/>
              </a:ext>
            </a:extLst>
          </p:cNvPr>
          <p:cNvSpPr/>
          <p:nvPr/>
        </p:nvSpPr>
        <p:spPr>
          <a:xfrm>
            <a:off x="3277189" y="3357148"/>
            <a:ext cx="5812547" cy="379468"/>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a:extLst>
              <a:ext uri="{FF2B5EF4-FFF2-40B4-BE49-F238E27FC236}">
                <a16:creationId xmlns:a16="http://schemas.microsoft.com/office/drawing/2014/main" id="{BC6D63F5-D312-2C18-9884-D4E0233A9B7A}"/>
              </a:ext>
            </a:extLst>
          </p:cNvPr>
          <p:cNvSpPr txBox="1"/>
          <p:nvPr/>
        </p:nvSpPr>
        <p:spPr>
          <a:xfrm>
            <a:off x="3135463" y="3353308"/>
            <a:ext cx="6096000" cy="923330"/>
          </a:xfrm>
          <a:prstGeom prst="rect">
            <a:avLst/>
          </a:prstGeom>
          <a:noFill/>
        </p:spPr>
        <p:txBody>
          <a:bodyPr wrap="square">
            <a:spAutoFit/>
          </a:bodyPr>
          <a:lstStyle/>
          <a:p>
            <a:pPr marL="0" marR="0" lvl="0" indent="0" algn="ctr" defTabSz="457200" rtl="0" eaLnBrk="1" fontAlgn="auto" latinLnBrk="0" hangingPunct="1">
              <a:lnSpc>
                <a:spcPct val="100000"/>
              </a:lnSpc>
              <a:spcBef>
                <a:spcPts val="750"/>
              </a:spcBef>
              <a:spcAft>
                <a:spcPts val="0"/>
              </a:spcAft>
              <a:buClrTx/>
              <a:buSzTx/>
              <a:buFontTx/>
              <a:buNone/>
              <a:tabLst/>
              <a:defRPr/>
            </a:pPr>
            <a:r>
              <a:rPr lang="fa-IR" b="1" dirty="0">
                <a:solidFill>
                  <a:prstClr val="white"/>
                </a:solidFill>
                <a:latin typeface="IBM Plex Sans Arabic Medium" panose="020B0603050203000203" pitchFamily="34" charset="-78"/>
                <a:cs typeface="IBM Plex Sans Arabic Medium" panose="020B0603050203000203" pitchFamily="34" charset="-78"/>
              </a:rPr>
              <a:t>ایده ها و تکمیل پروژه</a:t>
            </a:r>
            <a:endParaRPr kumimoji="0" lang="fa-IR" sz="1800" b="1"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fa-IR"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endParaRPr kumimoji="0" lang="en-US"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Tree>
    <p:extLst>
      <p:ext uri="{BB962C8B-B14F-4D97-AF65-F5344CB8AC3E}">
        <p14:creationId xmlns:p14="http://schemas.microsoft.com/office/powerpoint/2010/main" val="656033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چالش‌ها و ادامه توسعه</a:t>
            </a:r>
            <a:endPar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چالش‌ها و ادامه توسعه؛ </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3" name="TextBox 2">
            <a:extLst>
              <a:ext uri="{FF2B5EF4-FFF2-40B4-BE49-F238E27FC236}">
                <a16:creationId xmlns:a16="http://schemas.microsoft.com/office/drawing/2014/main" id="{34971991-4B90-EE48-BD5A-95594BCA53D8}"/>
              </a:ext>
            </a:extLst>
          </p:cNvPr>
          <p:cNvSpPr txBox="1"/>
          <p:nvPr/>
        </p:nvSpPr>
        <p:spPr>
          <a:xfrm>
            <a:off x="1412422" y="1470253"/>
            <a:ext cx="10217332" cy="4347344"/>
          </a:xfrm>
          <a:prstGeom prst="rect">
            <a:avLst/>
          </a:prstGeom>
          <a:noFill/>
        </p:spPr>
        <p:txBody>
          <a:bodyPr wrap="square" rtlCol="0">
            <a:spAutoFit/>
          </a:bodyPr>
          <a:lstStyle/>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۱. سیستم آتش و ایمنی توقف</a:t>
            </a:r>
            <a:r>
              <a:rPr lang="en-US" sz="1400" dirty="0">
                <a:latin typeface="IBM Plex Sans Arabic Medium" panose="020B0603050203000203" pitchFamily="34" charset="-78"/>
                <a:cs typeface="IBM Plex Sans Arabic Medium" panose="020B0603050203000203" pitchFamily="34" charset="-78"/>
              </a:rPr>
              <a:t>LCD </a:t>
            </a:r>
            <a:r>
              <a:rPr lang="fa-IR" sz="1400" dirty="0">
                <a:latin typeface="IBM Plex Sans Arabic Medium" panose="020B0603050203000203" pitchFamily="34" charset="-78"/>
                <a:cs typeface="IBM Plex Sans Arabic Medium" panose="020B0603050203000203" pitchFamily="34" charset="-78"/>
              </a:rPr>
              <a:t>و </a:t>
            </a:r>
            <a:r>
              <a:rPr lang="en-US" sz="1400" dirty="0">
                <a:latin typeface="IBM Plex Sans Arabic Medium" panose="020B0603050203000203" pitchFamily="34" charset="-78"/>
                <a:cs typeface="IBM Plex Sans Arabic Medium" panose="020B0603050203000203" pitchFamily="34" charset="-78"/>
              </a:rPr>
              <a:t>UART </a:t>
            </a:r>
            <a:r>
              <a:rPr lang="fa-IR" sz="1400" dirty="0">
                <a:latin typeface="IBM Plex Sans Arabic Medium" panose="020B0603050203000203" pitchFamily="34" charset="-78"/>
                <a:cs typeface="IBM Plex Sans Arabic Medium" panose="020B0603050203000203" pitchFamily="34" charset="-78"/>
              </a:rPr>
              <a:t>پس از دریافت دستور: انتقال پردازش دستورات از وقفه</a:t>
            </a:r>
            <a:r>
              <a:rPr lang="en-US" sz="1400" dirty="0">
                <a:latin typeface="IBM Plex Sans Arabic Medium" panose="020B0603050203000203" pitchFamily="34" charset="-78"/>
                <a:cs typeface="IBM Plex Sans Arabic Medium" panose="020B0603050203000203" pitchFamily="34" charset="-78"/>
              </a:rPr>
              <a:t>UART </a:t>
            </a:r>
            <a:r>
              <a:rPr lang="fa-IR" sz="1400" dirty="0">
                <a:latin typeface="IBM Plex Sans Arabic Medium" panose="020B0603050203000203" pitchFamily="34" charset="-78"/>
                <a:cs typeface="IBM Plex Sans Arabic Medium" panose="020B0603050203000203" pitchFamily="34" charset="-78"/>
              </a:rPr>
              <a:t> به حلقه اصلی برنامه.</a:t>
            </a:r>
          </a:p>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ثبت نادرست مقدار دما: پیاده‌سازی تابع اختصاصی تبدیل رشته به عدد.</a:t>
            </a:r>
          </a:p>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۲. مدیریت نیروی کارسرریز بافر در ارتباط سریال: کنترل طول ورودی و استفاده از توابع امن‌تر.</a:t>
            </a:r>
          </a:p>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خطای </a:t>
            </a:r>
            <a:r>
              <a:rPr lang="en-US" sz="1400" dirty="0">
                <a:latin typeface="IBM Plex Sans Arabic Medium" panose="020B0603050203000203" pitchFamily="34" charset="-78"/>
                <a:cs typeface="IBM Plex Sans Arabic Medium" panose="020B0603050203000203" pitchFamily="34" charset="-78"/>
              </a:rPr>
              <a:t>Linker (Undefined Symbol): </a:t>
            </a:r>
            <a:r>
              <a:rPr lang="fa-IR" sz="1400" dirty="0">
                <a:latin typeface="IBM Plex Sans Arabic Medium" panose="020B0603050203000203" pitchFamily="34" charset="-78"/>
                <a:cs typeface="IBM Plex Sans Arabic Medium" panose="020B0603050203000203" pitchFamily="34" charset="-78"/>
              </a:rPr>
              <a:t>بازنویسی و جایگذاری صحیح توابع حذف‌شده.</a:t>
            </a:r>
          </a:p>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خراب شدن فایل دیتابیس: استفاده از روش </a:t>
            </a:r>
            <a:r>
              <a:rPr lang="en-US" sz="1400" dirty="0">
                <a:latin typeface="IBM Plex Sans Arabic Medium" panose="020B0603050203000203" pitchFamily="34" charset="-78"/>
                <a:cs typeface="IBM Plex Sans Arabic Medium" panose="020B0603050203000203" pitchFamily="34" charset="-78"/>
              </a:rPr>
              <a:t>Shadow Copying </a:t>
            </a:r>
            <a:r>
              <a:rPr lang="fa-IR" sz="1400" dirty="0">
                <a:latin typeface="IBM Plex Sans Arabic Medium" panose="020B0603050203000203" pitchFamily="34" charset="-78"/>
                <a:cs typeface="IBM Plex Sans Arabic Medium" panose="020B0603050203000203" pitchFamily="34" charset="-78"/>
              </a:rPr>
              <a:t>برای ذخیره‌سازی امن.</a:t>
            </a:r>
            <a:r>
              <a:rPr lang="en-US" sz="1400" dirty="0">
                <a:latin typeface="IBM Plex Sans Arabic Medium" panose="020B0603050203000203" pitchFamily="34" charset="-78"/>
                <a:cs typeface="IBM Plex Sans Arabic Medium" panose="020B0603050203000203" pitchFamily="34" charset="-78"/>
              </a:rPr>
              <a:t> </a:t>
            </a:r>
          </a:p>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۳. کنترل کیفی عدم عملکرد</a:t>
            </a:r>
            <a:r>
              <a:rPr lang="en-US" sz="1400" dirty="0">
                <a:latin typeface="IBM Plex Sans Arabic Medium" panose="020B0603050203000203" pitchFamily="34" charset="-78"/>
                <a:cs typeface="IBM Plex Sans Arabic Medium" panose="020B0603050203000203" pitchFamily="34" charset="-78"/>
              </a:rPr>
              <a:t>ADC: </a:t>
            </a:r>
            <a:r>
              <a:rPr lang="fa-IR" sz="1400" dirty="0">
                <a:latin typeface="IBM Plex Sans Arabic Medium" panose="020B0603050203000203" pitchFamily="34" charset="-78"/>
                <a:cs typeface="IBM Plex Sans Arabic Medium" panose="020B0603050203000203" pitchFamily="34" charset="-78"/>
              </a:rPr>
              <a:t> شناسایی خرابی سخت‌افزار و تعویض برد.ناپایداری تشخیص محصول: بازبینی و ساده‌سازی منطق تصمیم‌گیری.</a:t>
            </a:r>
          </a:p>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۴. مانیتورینگ دستگاه‌های تولیدیخطای اتصال </a:t>
            </a:r>
            <a:r>
              <a:rPr lang="en-US" sz="1400" dirty="0">
                <a:latin typeface="IBM Plex Sans Arabic Medium" panose="020B0603050203000203" pitchFamily="34" charset="-78"/>
                <a:cs typeface="IBM Plex Sans Arabic Medium" panose="020B0603050203000203" pitchFamily="34" charset="-78"/>
              </a:rPr>
              <a:t>VCC </a:t>
            </a:r>
            <a:r>
              <a:rPr lang="fa-IR" sz="1400" dirty="0">
                <a:latin typeface="IBM Plex Sans Arabic Medium" panose="020B0603050203000203" pitchFamily="34" charset="-78"/>
                <a:cs typeface="IBM Plex Sans Arabic Medium" panose="020B0603050203000203" pitchFamily="34" charset="-78"/>
              </a:rPr>
              <a:t>و </a:t>
            </a:r>
            <a:r>
              <a:rPr lang="en-US" sz="1400" dirty="0">
                <a:latin typeface="IBM Plex Sans Arabic Medium" panose="020B0603050203000203" pitchFamily="34" charset="-78"/>
                <a:cs typeface="IBM Plex Sans Arabic Medium" panose="020B0603050203000203" pitchFamily="34" charset="-78"/>
              </a:rPr>
              <a:t>GND </a:t>
            </a:r>
            <a:r>
              <a:rPr lang="fa-IR" sz="1400" dirty="0">
                <a:latin typeface="IBM Plex Sans Arabic Medium" panose="020B0603050203000203" pitchFamily="34" charset="-78"/>
                <a:cs typeface="IBM Plex Sans Arabic Medium" panose="020B0603050203000203" pitchFamily="34" charset="-78"/>
              </a:rPr>
              <a:t> در </a:t>
            </a:r>
            <a:r>
              <a:rPr lang="en-US" sz="1400" dirty="0">
                <a:latin typeface="IBM Plex Sans Arabic Medium" panose="020B0603050203000203" pitchFamily="34" charset="-78"/>
                <a:cs typeface="IBM Plex Sans Arabic Medium" panose="020B0603050203000203" pitchFamily="34" charset="-78"/>
              </a:rPr>
              <a:t>Proteus: </a:t>
            </a:r>
            <a:r>
              <a:rPr lang="fa-IR" sz="1400" dirty="0">
                <a:latin typeface="IBM Plex Sans Arabic Medium" panose="020B0603050203000203" pitchFamily="34" charset="-78"/>
                <a:cs typeface="IBM Plex Sans Arabic Medium" panose="020B0603050203000203" pitchFamily="34" charset="-78"/>
              </a:rPr>
              <a:t> تنظیم دستی پایه‌های تغذیه.</a:t>
            </a:r>
          </a:p>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نمایش اعداد نادرست روی </a:t>
            </a:r>
            <a:r>
              <a:rPr lang="en-US" sz="1400" dirty="0">
                <a:latin typeface="IBM Plex Sans Arabic Medium" panose="020B0603050203000203" pitchFamily="34" charset="-78"/>
                <a:cs typeface="IBM Plex Sans Arabic Medium" panose="020B0603050203000203" pitchFamily="34" charset="-78"/>
              </a:rPr>
              <a:t>LCD: </a:t>
            </a:r>
            <a:r>
              <a:rPr lang="fa-IR" sz="1400" dirty="0">
                <a:latin typeface="IBM Plex Sans Arabic Medium" panose="020B0603050203000203" pitchFamily="34" charset="-78"/>
                <a:cs typeface="IBM Plex Sans Arabic Medium" panose="020B0603050203000203" pitchFamily="34" charset="-78"/>
              </a:rPr>
              <a:t>افزایش اندازه بافر و اصلاح محاسبات.</a:t>
            </a:r>
            <a:endParaRPr lang="en-US" sz="1400" dirty="0">
              <a:latin typeface="IBM Plex Sans Arabic Medium" panose="020B0603050203000203" pitchFamily="34" charset="-78"/>
              <a:cs typeface="IBM Plex Sans Arabic Medium" panose="020B0603050203000203" pitchFamily="34" charset="-78"/>
            </a:endParaRPr>
          </a:p>
          <a:p>
            <a:pPr algn="r" rtl="1">
              <a:lnSpc>
                <a:spcPct val="200000"/>
              </a:lnSpc>
            </a:pPr>
            <a:r>
              <a:rPr lang="fa-IR" sz="1400" dirty="0">
                <a:latin typeface="IBM Plex Sans Arabic Medium" panose="020B0603050203000203" pitchFamily="34" charset="-78"/>
                <a:cs typeface="IBM Plex Sans Arabic Medium" panose="020B0603050203000203" pitchFamily="34" charset="-78"/>
              </a:rPr>
              <a:t>افت سرعت مانیتورینگ دو دستگاه: حفظ نسخه پایدار تک‌دستگاهی به دلیل محدودیت </a:t>
            </a:r>
            <a:r>
              <a:rPr lang="en-US" sz="1400" dirty="0">
                <a:latin typeface="IBM Plex Sans Arabic Medium" panose="020B0603050203000203" pitchFamily="34" charset="-78"/>
                <a:cs typeface="IBM Plex Sans Arabic Medium" panose="020B0603050203000203" pitchFamily="34" charset="-78"/>
              </a:rPr>
              <a:t>Proteus.</a:t>
            </a:r>
            <a:r>
              <a:rPr lang="fa-IR" sz="1400" dirty="0">
                <a:latin typeface="IBM Plex Sans Arabic Medium" panose="020B0603050203000203" pitchFamily="34" charset="-78"/>
                <a:cs typeface="IBM Plex Sans Arabic Medium" panose="020B0603050203000203" pitchFamily="34" charset="-78"/>
              </a:rPr>
              <a:t>عدم پخش صدای </a:t>
            </a:r>
            <a:r>
              <a:rPr lang="en-US" sz="1400" dirty="0">
                <a:latin typeface="IBM Plex Sans Arabic Medium" panose="020B0603050203000203" pitchFamily="34" charset="-78"/>
                <a:cs typeface="IBM Plex Sans Arabic Medium" panose="020B0603050203000203" pitchFamily="34" charset="-78"/>
              </a:rPr>
              <a:t>BUZZER</a:t>
            </a:r>
            <a:r>
              <a:rPr lang="fa-IR" sz="1400" dirty="0">
                <a:latin typeface="IBM Plex Sans Arabic Medium" panose="020B0603050203000203" pitchFamily="34" charset="-78"/>
                <a:cs typeface="IBM Plex Sans Arabic Medium" panose="020B0603050203000203" pitchFamily="34" charset="-78"/>
              </a:rPr>
              <a:t>: تأیید عملکرد هشدار از طریق بررسی سیگنال خروجی.</a:t>
            </a:r>
            <a:endParaRPr lang="en-US" sz="1400" dirty="0">
              <a:latin typeface="IBM Plex Sans Arabic Medium" panose="020B0603050203000203" pitchFamily="34" charset="-78"/>
              <a:cs typeface="IBM Plex Sans Arabic Medium" panose="020B0603050203000203" pitchFamily="34" charset="-78"/>
            </a:endParaRPr>
          </a:p>
        </p:txBody>
      </p:sp>
    </p:spTree>
    <p:extLst>
      <p:ext uri="{BB962C8B-B14F-4D97-AF65-F5344CB8AC3E}">
        <p14:creationId xmlns:p14="http://schemas.microsoft.com/office/powerpoint/2010/main" val="15811448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چالش‌ها و ادامه توسعه</a:t>
            </a:r>
            <a:endParaRPr kumimoji="0" lang="fa-IR" sz="10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0" name="TextBox 19"/>
          <p:cNvSpPr txBox="1"/>
          <p:nvPr/>
        </p:nvSpPr>
        <p:spPr>
          <a:xfrm>
            <a:off x="2773679" y="41612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ادامه توسعه؛ </a:t>
            </a:r>
            <a:endParaRPr kumimoji="0" lang="en-US"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3" name="TextBox 2">
            <a:extLst>
              <a:ext uri="{FF2B5EF4-FFF2-40B4-BE49-F238E27FC236}">
                <a16:creationId xmlns:a16="http://schemas.microsoft.com/office/drawing/2014/main" id="{34971991-4B90-EE48-BD5A-95594BCA53D8}"/>
              </a:ext>
            </a:extLst>
          </p:cNvPr>
          <p:cNvSpPr txBox="1"/>
          <p:nvPr/>
        </p:nvSpPr>
        <p:spPr>
          <a:xfrm>
            <a:off x="1412422" y="1625374"/>
            <a:ext cx="10217332" cy="3284041"/>
          </a:xfrm>
          <a:prstGeom prst="rect">
            <a:avLst/>
          </a:prstGeom>
          <a:noFill/>
        </p:spPr>
        <p:txBody>
          <a:bodyPr wrap="square" rtlCol="0">
            <a:spAutoFit/>
          </a:bodyPr>
          <a:lstStyle/>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۱. سیستم آتش و ایمنی گسترش به بیش از دو </a:t>
            </a:r>
            <a:r>
              <a:rPr lang="fa-IR" sz="1400" dirty="0" err="1">
                <a:latin typeface="IBM Plex Sans Arabic Medium" panose="020B0603050203000203" pitchFamily="34" charset="-78"/>
                <a:cs typeface="IBM Plex Sans Arabic Medium" panose="020B0603050203000203" pitchFamily="34" charset="-78"/>
              </a:rPr>
              <a:t>ناحیه‌ی</a:t>
            </a:r>
            <a:r>
              <a:rPr lang="fa-IR" sz="1400" dirty="0">
                <a:latin typeface="IBM Plex Sans Arabic Medium" panose="020B0603050203000203" pitchFamily="34" charset="-78"/>
                <a:cs typeface="IBM Plex Sans Arabic Medium" panose="020B0603050203000203" pitchFamily="34" charset="-78"/>
              </a:rPr>
              <a:t> حریق تشخیص دود/آتش با پردازش تصویر مبتنی بر هوش مصنوعی و دوربین به‌جای فقط حسگر دیجیتال</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۲. مدیریت نیروی کارگردش‌کار تأیید انجام تسک تعمیم سیستم مرکزی به حسابداری و حقوق‌ودستمزدتشخیص وضعیت لباس ایمنی و فاصله‌ی کارگر با پردازش تصویر (دوربین) </a:t>
            </a:r>
            <a:endParaRPr lang="en-US" sz="1400" dirty="0">
              <a:latin typeface="IBM Plex Sans Arabic Medium" panose="020B0603050203000203" pitchFamily="34" charset="-78"/>
              <a:cs typeface="IBM Plex Sans Arabic Medium" panose="020B0603050203000203" pitchFamily="34" charset="-78"/>
            </a:endParaRP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۳. کنترل کیفیت شخیص عیوب ظاهری با پردازش تصویر / بینایی ماشین به‌جای فقط وزن، طول و رنگ</a:t>
            </a:r>
            <a:r>
              <a:rPr lang="en-US" sz="1400" dirty="0">
                <a:latin typeface="IBM Plex Sans Arabic Medium" panose="020B0603050203000203" pitchFamily="34" charset="-78"/>
                <a:cs typeface="IBM Plex Sans Arabic Medium" panose="020B0603050203000203" pitchFamily="34" charset="-78"/>
              </a:rPr>
              <a:t> </a:t>
            </a:r>
            <a:r>
              <a:rPr lang="fa-IR" sz="1400" dirty="0">
                <a:latin typeface="IBM Plex Sans Arabic Medium" panose="020B0603050203000203" pitchFamily="34" charset="-78"/>
                <a:cs typeface="IBM Plex Sans Arabic Medium" panose="020B0603050203000203" pitchFamily="34" charset="-78"/>
              </a:rPr>
              <a:t>استفاده از هوش مصنوعی (مدل‌های یادگیری ماشین) برای دسته‌بندی هوشمندتر محصول سالم/معیوب</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۴. مانیتورینگ دستگاه‌های تولیدی مانیتورینگ هم‌زمان چند دستگاه (چند کاناله)</a:t>
            </a:r>
            <a:r>
              <a:rPr lang="en-US" sz="1400" dirty="0">
                <a:latin typeface="IBM Plex Sans Arabic Medium" panose="020B0603050203000203" pitchFamily="34" charset="-78"/>
                <a:cs typeface="IBM Plex Sans Arabic Medium" panose="020B0603050203000203" pitchFamily="34" charset="-78"/>
              </a:rPr>
              <a:t> </a:t>
            </a:r>
            <a:r>
              <a:rPr lang="fa-IR" sz="1400" dirty="0">
                <a:latin typeface="IBM Plex Sans Arabic Medium" panose="020B0603050203000203" pitchFamily="34" charset="-78"/>
                <a:cs typeface="IBM Plex Sans Arabic Medium" panose="020B0603050203000203" pitchFamily="34" charset="-78"/>
              </a:rPr>
              <a:t>سرویس دوره‌ای بر پایه‌ی ساعت کارکرد (نگهداری پیشگیرانه) هشدار صوتی واقعی با ترانزیستور درایورپیاده‌سازی کامل روی سخت‌افزار واقعی تشخیص هوشمندانه‌ی الگوی خرابی با هوش مصنوعی (</a:t>
            </a:r>
            <a:r>
              <a:rPr lang="en-US" sz="1400" dirty="0">
                <a:latin typeface="IBM Plex Sans Arabic Medium" panose="020B0603050203000203" pitchFamily="34" charset="-78"/>
                <a:cs typeface="IBM Plex Sans Arabic Medium" panose="020B0603050203000203" pitchFamily="34" charset="-78"/>
              </a:rPr>
              <a:t>Predictive Maintenance </a:t>
            </a:r>
            <a:r>
              <a:rPr lang="fa-IR" sz="1400" dirty="0">
                <a:latin typeface="IBM Plex Sans Arabic Medium" panose="020B0603050203000203" pitchFamily="34" charset="-78"/>
                <a:cs typeface="IBM Plex Sans Arabic Medium" panose="020B0603050203000203" pitchFamily="34" charset="-78"/>
              </a:rPr>
              <a:t>مبتنی بر داده)</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۵. توسعه‌های زیرساختی مشترک (کل پروژه)جایگزینی ارتباط سیمی با</a:t>
            </a:r>
            <a:r>
              <a:rPr lang="en-US" sz="1400" dirty="0">
                <a:latin typeface="IBM Plex Sans Arabic Medium" panose="020B0603050203000203" pitchFamily="34" charset="-78"/>
                <a:cs typeface="IBM Plex Sans Arabic Medium" panose="020B0603050203000203" pitchFamily="34" charset="-78"/>
              </a:rPr>
              <a:t> </a:t>
            </a:r>
            <a:r>
              <a:rPr lang="en-US" sz="1400" dirty="0" err="1">
                <a:latin typeface="IBM Plex Sans Arabic Medium" panose="020B0603050203000203" pitchFamily="34" charset="-78"/>
                <a:cs typeface="IBM Plex Sans Arabic Medium" panose="020B0603050203000203" pitchFamily="34" charset="-78"/>
              </a:rPr>
              <a:t>WiFi</a:t>
            </a:r>
            <a:r>
              <a:rPr lang="en-US" sz="1400" dirty="0">
                <a:latin typeface="IBM Plex Sans Arabic Medium" panose="020B0603050203000203" pitchFamily="34" charset="-78"/>
                <a:cs typeface="IBM Plex Sans Arabic Medium" panose="020B0603050203000203" pitchFamily="34" charset="-78"/>
              </a:rPr>
              <a:t> </a:t>
            </a:r>
            <a:r>
              <a:rPr lang="fa-IR" sz="1400" dirty="0">
                <a:latin typeface="IBM Plex Sans Arabic Medium" panose="020B0603050203000203" pitchFamily="34" charset="-78"/>
                <a:cs typeface="IBM Plex Sans Arabic Medium" panose="020B0603050203000203" pitchFamily="34" charset="-78"/>
              </a:rPr>
              <a:t>یا بلوتوث مثلاً ماژول</a:t>
            </a:r>
            <a:r>
              <a:rPr lang="en-US" sz="1400" dirty="0">
                <a:latin typeface="IBM Plex Sans Arabic Medium" panose="020B0603050203000203" pitchFamily="34" charset="-78"/>
                <a:cs typeface="IBM Plex Sans Arabic Medium" panose="020B0603050203000203" pitchFamily="34" charset="-78"/>
              </a:rPr>
              <a:t>ESP32 </a:t>
            </a:r>
            <a:r>
              <a:rPr lang="fa-IR" sz="1400" dirty="0">
                <a:latin typeface="IBM Plex Sans Arabic Medium" panose="020B0603050203000203" pitchFamily="34" charset="-78"/>
                <a:cs typeface="IBM Plex Sans Arabic Medium" panose="020B0603050203000203" pitchFamily="34" charset="-78"/>
              </a:rPr>
              <a:t> برای مقیاس‌پذیری در سالن تولیداستفاده از بردهای قوی‌تر</a:t>
            </a:r>
            <a:r>
              <a:rPr lang="en-US" sz="1400" dirty="0">
                <a:latin typeface="IBM Plex Sans Arabic Medium" panose="020B0603050203000203" pitchFamily="34" charset="-78"/>
                <a:cs typeface="IBM Plex Sans Arabic Medium" panose="020B0603050203000203" pitchFamily="34" charset="-78"/>
              </a:rPr>
              <a:t>STM32F4 </a:t>
            </a:r>
            <a:r>
              <a:rPr lang="fa-IR" sz="1400" dirty="0">
                <a:latin typeface="IBM Plex Sans Arabic Medium" panose="020B0603050203000203" pitchFamily="34" charset="-78"/>
                <a:cs typeface="IBM Plex Sans Arabic Medium" panose="020B0603050203000203" pitchFamily="34" charset="-78"/>
              </a:rPr>
              <a:t>یا</a:t>
            </a:r>
            <a:r>
              <a:rPr lang="en-US" sz="1400" dirty="0">
                <a:latin typeface="IBM Plex Sans Arabic Medium" panose="020B0603050203000203" pitchFamily="34" charset="-78"/>
                <a:cs typeface="IBM Plex Sans Arabic Medium" panose="020B0603050203000203" pitchFamily="34" charset="-78"/>
              </a:rPr>
              <a:t>ESP32 </a:t>
            </a:r>
            <a:r>
              <a:rPr lang="fa-IR" sz="1400" dirty="0">
                <a:latin typeface="IBM Plex Sans Arabic Medium" panose="020B0603050203000203" pitchFamily="34" charset="-78"/>
                <a:cs typeface="IBM Plex Sans Arabic Medium" panose="020B0603050203000203" pitchFamily="34" charset="-78"/>
              </a:rPr>
              <a:t> برای پردازش هم‌زمان تصویر، </a:t>
            </a:r>
            <a:r>
              <a:rPr lang="en-US" sz="1400" dirty="0">
                <a:latin typeface="IBM Plex Sans Arabic Medium" panose="020B0603050203000203" pitchFamily="34" charset="-78"/>
                <a:cs typeface="IBM Plex Sans Arabic Medium" panose="020B0603050203000203" pitchFamily="34" charset="-78"/>
              </a:rPr>
              <a:t>AI </a:t>
            </a:r>
            <a:r>
              <a:rPr lang="fa-IR" sz="1400" dirty="0">
                <a:latin typeface="IBM Plex Sans Arabic Medium" panose="020B0603050203000203" pitchFamily="34" charset="-78"/>
                <a:cs typeface="IBM Plex Sans Arabic Medium" panose="020B0603050203000203" pitchFamily="34" charset="-78"/>
              </a:rPr>
              <a:t> و چند سنسورجایگزینی دیتابیس فایلی با یک دیتابیس واقعی </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افزودن احراز هویت واقعی به‌جای فرمان‌های متنی ساده یکپارچه سازی چهار زیرسیستم در یک داشبورد و سرور مرکزی واحد</a:t>
            </a:r>
            <a:endParaRPr lang="en-US" sz="1400" dirty="0">
              <a:latin typeface="IBM Plex Sans Arabic Medium" panose="020B0603050203000203" pitchFamily="34" charset="-78"/>
              <a:cs typeface="IBM Plex Sans Arabic Medium" panose="020B0603050203000203" pitchFamily="34" charset="-78"/>
            </a:endParaRPr>
          </a:p>
        </p:txBody>
      </p:sp>
      <p:sp>
        <p:nvSpPr>
          <p:cNvPr id="2" name="TextBox 1">
            <a:extLst>
              <a:ext uri="{FF2B5EF4-FFF2-40B4-BE49-F238E27FC236}">
                <a16:creationId xmlns:a16="http://schemas.microsoft.com/office/drawing/2014/main" id="{3124101C-A68A-6C79-F106-64D32C8C3B00}"/>
              </a:ext>
            </a:extLst>
          </p:cNvPr>
          <p:cNvSpPr txBox="1"/>
          <p:nvPr/>
        </p:nvSpPr>
        <p:spPr>
          <a:xfrm>
            <a:off x="2140540" y="1066304"/>
            <a:ext cx="8761095" cy="332783"/>
          </a:xfrm>
          <a:prstGeom prst="rect">
            <a:avLst/>
          </a:prstGeom>
          <a:noFill/>
        </p:spPr>
        <p:txBody>
          <a:bodyPr wrap="square" lIns="0" tIns="0" rIns="0" bIns="0" anchor="ctr">
            <a:spAutoFit/>
          </a:bodyPr>
          <a:lstStyle/>
          <a:p>
            <a:pPr marL="0" marR="0" lvl="0" indent="0" algn="ctr" defTabSz="457200" rtl="1" eaLnBrk="1" fontAlgn="auto" latinLnBrk="0" hangingPunct="1">
              <a:lnSpc>
                <a:spcPts val="2520"/>
              </a:lnSpc>
              <a:spcBef>
                <a:spcPts val="0"/>
              </a:spcBef>
              <a:spcAft>
                <a:spcPts val="0"/>
              </a:spcAft>
              <a:buClrTx/>
              <a:buSzTx/>
              <a:buFontTx/>
              <a:buNone/>
              <a:tabLst/>
              <a:defRPr/>
            </a:pPr>
            <a:r>
              <a:rPr lang="en-US" sz="2400" b="0" i="0" kern="1200" spc="0" baseline="0" dirty="0">
                <a:ln>
                  <a:noFill/>
                </a:ln>
                <a:solidFill>
                  <a:srgbClr val="2B4C31"/>
                </a:solidFill>
                <a:effectLst/>
                <a:latin typeface="IBM Plex Sans Arabic Medium" panose="020B0603050203000203" pitchFamily="34" charset="-78"/>
                <a:ea typeface="+mn-ea"/>
                <a:cs typeface="IBM Plex Sans Arabic Medium" panose="020B0603050203000203" pitchFamily="34" charset="-78"/>
              </a:rPr>
              <a:t>Embedded AI?</a:t>
            </a:r>
            <a:endParaRPr kumimoji="0" lang="en-US" sz="28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Tree>
    <p:extLst>
      <p:ext uri="{BB962C8B-B14F-4D97-AF65-F5344CB8AC3E}">
        <p14:creationId xmlns:p14="http://schemas.microsoft.com/office/powerpoint/2010/main" val="11866206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نتیجه گیری و منابع</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نتیجه گیری و منابع</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4" name="TextBox 3">
            <a:extLst>
              <a:ext uri="{FF2B5EF4-FFF2-40B4-BE49-F238E27FC236}">
                <a16:creationId xmlns:a16="http://schemas.microsoft.com/office/drawing/2014/main" id="{372EDE37-9BD7-E844-0894-4C907EE15650}"/>
              </a:ext>
            </a:extLst>
          </p:cNvPr>
          <p:cNvSpPr txBox="1"/>
          <p:nvPr/>
        </p:nvSpPr>
        <p:spPr>
          <a:xfrm>
            <a:off x="1866485" y="2663647"/>
            <a:ext cx="8459027" cy="584775"/>
          </a:xfrm>
          <a:prstGeom prst="rect">
            <a:avLst/>
          </a:prstGeom>
          <a:noFill/>
        </p:spPr>
        <p:txBody>
          <a:bodyPr wrap="square">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t>نتیجه گیری و منابع</a:t>
            </a:r>
          </a:p>
        </p:txBody>
      </p:sp>
      <p:sp>
        <p:nvSpPr>
          <p:cNvPr id="5" name="Rectangle: Rounded Corners 4">
            <a:extLst>
              <a:ext uri="{FF2B5EF4-FFF2-40B4-BE49-F238E27FC236}">
                <a16:creationId xmlns:a16="http://schemas.microsoft.com/office/drawing/2014/main" id="{AED5023D-FFFA-C74F-E834-6DCD78E3501B}"/>
              </a:ext>
            </a:extLst>
          </p:cNvPr>
          <p:cNvSpPr/>
          <p:nvPr/>
        </p:nvSpPr>
        <p:spPr>
          <a:xfrm>
            <a:off x="3277189" y="3357148"/>
            <a:ext cx="5812547" cy="379468"/>
          </a:xfrm>
          <a:prstGeom prst="roundRect">
            <a:avLst>
              <a:gd name="adj" fmla="val 50000"/>
            </a:avLst>
          </a:prstGeom>
          <a:solidFill>
            <a:srgbClr val="598561"/>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8" name="TextBox 7">
            <a:extLst>
              <a:ext uri="{FF2B5EF4-FFF2-40B4-BE49-F238E27FC236}">
                <a16:creationId xmlns:a16="http://schemas.microsoft.com/office/drawing/2014/main" id="{BC6D63F5-D312-2C18-9884-D4E0233A9B7A}"/>
              </a:ext>
            </a:extLst>
          </p:cNvPr>
          <p:cNvSpPr txBox="1"/>
          <p:nvPr/>
        </p:nvSpPr>
        <p:spPr>
          <a:xfrm>
            <a:off x="3135463" y="3353308"/>
            <a:ext cx="6096000" cy="923330"/>
          </a:xfrm>
          <a:prstGeom prst="rect">
            <a:avLst/>
          </a:prstGeom>
          <a:noFill/>
        </p:spPr>
        <p:txBody>
          <a:bodyPr wrap="square">
            <a:spAutoFit/>
          </a:bodyPr>
          <a:lstStyle/>
          <a:p>
            <a:pPr marL="0" marR="0" lvl="0" indent="0" algn="ctr" defTabSz="457200" rtl="0" eaLnBrk="1" fontAlgn="auto" latinLnBrk="0" hangingPunct="1">
              <a:lnSpc>
                <a:spcPct val="100000"/>
              </a:lnSpc>
              <a:spcBef>
                <a:spcPts val="750"/>
              </a:spcBef>
              <a:spcAft>
                <a:spcPts val="0"/>
              </a:spcAft>
              <a:buClrTx/>
              <a:buSzTx/>
              <a:buFontTx/>
              <a:buNone/>
              <a:tabLst/>
              <a:defRPr/>
            </a:pPr>
            <a:r>
              <a:rPr lang="fa-IR" b="1" dirty="0">
                <a:solidFill>
                  <a:prstClr val="white"/>
                </a:solidFill>
                <a:latin typeface="IBM Plex Sans Arabic Medium" panose="020B0603050203000203" pitchFamily="34" charset="-78"/>
                <a:cs typeface="IBM Plex Sans Arabic Medium" panose="020B0603050203000203" pitchFamily="34" charset="-78"/>
              </a:rPr>
              <a:t>منابع و سورس کدها</a:t>
            </a:r>
            <a:endParaRPr kumimoji="0" lang="fa-IR" sz="1800" b="1" i="0" u="none" strike="noStrike" kern="1200" cap="none" spc="0" normalizeH="0" baseline="0" noProof="0" dirty="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fa-IR"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rPr>
            </a:br>
            <a:endParaRPr kumimoji="0" lang="en-US" sz="1800" b="0" i="0" u="none" strike="noStrike" kern="1200" cap="none" spc="0" normalizeH="0" baseline="0" noProof="0" dirty="0">
              <a:ln>
                <a:noFill/>
              </a:ln>
              <a:solidFill>
                <a:prstClr val="black"/>
              </a:solidFill>
              <a:effectLst/>
              <a:uLnTx/>
              <a:uFillTx/>
              <a:latin typeface="IBM Plex Sans Arabic Medium" panose="020B0603050203000203" pitchFamily="34" charset="-78"/>
              <a:ea typeface="+mn-ea"/>
              <a:cs typeface="IBM Plex Sans Arabic Medium" panose="020B0603050203000203" pitchFamily="34" charset="-78"/>
            </a:endParaRPr>
          </a:p>
        </p:txBody>
      </p:sp>
      <p:pic>
        <p:nvPicPr>
          <p:cNvPr id="3" name="Picture 2">
            <a:extLst>
              <a:ext uri="{FF2B5EF4-FFF2-40B4-BE49-F238E27FC236}">
                <a16:creationId xmlns:a16="http://schemas.microsoft.com/office/drawing/2014/main" id="{4475B350-A08C-8D29-DE58-9B8D1DA326A1}"/>
              </a:ext>
            </a:extLst>
          </p:cNvPr>
          <p:cNvPicPr>
            <a:picLocks noChangeAspect="1"/>
          </p:cNvPicPr>
          <p:nvPr/>
        </p:nvPicPr>
        <p:blipFill>
          <a:blip r:embed="rId3"/>
          <a:stretch>
            <a:fillRect/>
          </a:stretch>
        </p:blipFill>
        <p:spPr>
          <a:xfrm>
            <a:off x="5364468" y="3736616"/>
            <a:ext cx="1463059" cy="1493122"/>
          </a:xfrm>
          <a:prstGeom prst="rect">
            <a:avLst/>
          </a:prstGeom>
        </p:spPr>
      </p:pic>
    </p:spTree>
    <p:extLst>
      <p:ext uri="{BB962C8B-B14F-4D97-AF65-F5344CB8AC3E}">
        <p14:creationId xmlns:p14="http://schemas.microsoft.com/office/powerpoint/2010/main" val="2843138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2"/>
          <a:stretch>
            <a:fillRect/>
          </a:stretch>
        </p:blipFill>
        <p:spPr>
          <a:xfrm>
            <a:off x="476250" y="6124575"/>
            <a:ext cx="11239500" cy="352425"/>
          </a:xfrm>
          <a:prstGeom prst="rect">
            <a:avLst/>
          </a:prstGeom>
        </p:spPr>
      </p:pic>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نتیجه گیری و منابع</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نتیجه گیری و منابع</a:t>
            </a: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 name="TextBox 1">
            <a:extLst>
              <a:ext uri="{FF2B5EF4-FFF2-40B4-BE49-F238E27FC236}">
                <a16:creationId xmlns:a16="http://schemas.microsoft.com/office/drawing/2014/main" id="{1158FF87-E79D-2D94-3256-1F6E0B9AD0C0}"/>
              </a:ext>
            </a:extLst>
          </p:cNvPr>
          <p:cNvSpPr txBox="1"/>
          <p:nvPr/>
        </p:nvSpPr>
        <p:spPr>
          <a:xfrm>
            <a:off x="1412422" y="1625374"/>
            <a:ext cx="10217332" cy="4266553"/>
          </a:xfrm>
          <a:prstGeom prst="rect">
            <a:avLst/>
          </a:prstGeom>
          <a:noFill/>
        </p:spPr>
        <p:txBody>
          <a:bodyPr wrap="square" rtlCol="0">
            <a:spAutoFit/>
          </a:bodyPr>
          <a:lstStyle/>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در این پروژه تلاش شد یک نمونه کاربردی از مفہوم کارخانه هوشمند در مقیاس آزمایشگاهی طراحی و پیاده</a:t>
            </a:r>
            <a:r>
              <a:rPr lang="en-US" sz="1400" dirty="0">
                <a:latin typeface="IBM Plex Sans Arabic Medium" panose="020B0603050203000203" pitchFamily="34" charset="-78"/>
                <a:cs typeface="IBM Plex Sans Arabic Medium" panose="020B0603050203000203" pitchFamily="34" charset="-78"/>
              </a:rPr>
              <a:t> </a:t>
            </a:r>
            <a:r>
              <a:rPr lang="fa-IR" sz="1400" dirty="0">
                <a:latin typeface="IBM Plex Sans Arabic Medium" panose="020B0603050203000203" pitchFamily="34" charset="-78"/>
                <a:cs typeface="IBM Plex Sans Arabic Medium" panose="020B0603050203000203" pitchFamily="34" charset="-78"/>
              </a:rPr>
              <a:t>سازی شود؛ </a:t>
            </a: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سیستمی که چہار زیرسیستم مانیتورینگ ماشین آلات، اعلام و اطفاء حریق، کنترل کیفیت و مدیریت نیروی کاررا در قالب یک معماری سەلایە (فریمور/سخت</a:t>
            </a:r>
            <a:r>
              <a:rPr lang="en-US" sz="1400" dirty="0">
                <a:latin typeface="IBM Plex Sans Arabic Medium" panose="020B0603050203000203" pitchFamily="34" charset="-78"/>
                <a:cs typeface="IBM Plex Sans Arabic Medium" panose="020B0603050203000203" pitchFamily="34" charset="-78"/>
              </a:rPr>
              <a:t> </a:t>
            </a:r>
            <a:r>
              <a:rPr lang="fa-IR" sz="1400" dirty="0">
                <a:latin typeface="IBM Plex Sans Arabic Medium" panose="020B0603050203000203" pitchFamily="34" charset="-78"/>
                <a:cs typeface="IBM Plex Sans Arabic Medium" panose="020B0603050203000203" pitchFamily="34" charset="-78"/>
              </a:rPr>
              <a:t>افزار، سیستم مرکزی و پایگاه</a:t>
            </a:r>
            <a:r>
              <a:rPr lang="en-US" sz="1400" dirty="0">
                <a:latin typeface="IBM Plex Sans Arabic Medium" panose="020B0603050203000203" pitchFamily="34" charset="-78"/>
                <a:cs typeface="IBM Plex Sans Arabic Medium" panose="020B0603050203000203" pitchFamily="34" charset="-78"/>
              </a:rPr>
              <a:t> </a:t>
            </a:r>
            <a:r>
              <a:rPr lang="fa-IR" sz="1400" dirty="0">
                <a:latin typeface="IBM Plex Sans Arabic Medium" panose="020B0603050203000203" pitchFamily="34" charset="-78"/>
                <a:cs typeface="IBM Plex Sans Arabic Medium" panose="020B0603050203000203" pitchFamily="34" charset="-78"/>
              </a:rPr>
              <a:t>داده، و اپلیکیشن کاربری پایتون)بهصورت یکپارچە کنار هم قرار میدهد. </a:t>
            </a:r>
          </a:p>
          <a:p>
            <a:pPr algn="r" rtl="1">
              <a:lnSpc>
                <a:spcPct val="150000"/>
              </a:lnSpc>
            </a:pPr>
            <a:endParaRPr lang="fa-IR" sz="1400" dirty="0">
              <a:latin typeface="IBM Plex Sans Arabic Medium" panose="020B0603050203000203" pitchFamily="34" charset="-78"/>
              <a:cs typeface="IBM Plex Sans Arabic Medium" panose="020B0603050203000203" pitchFamily="34" charset="-78"/>
            </a:endParaRPr>
          </a:p>
          <a:p>
            <a:pPr algn="r" rtl="1">
              <a:lnSpc>
                <a:spcPct val="150000"/>
              </a:lnSpc>
            </a:pPr>
            <a:r>
              <a:rPr lang="fa-IR" sz="1400" dirty="0">
                <a:latin typeface="IBM Plex Sans Arabic Medium" panose="020B0603050203000203" pitchFamily="34" charset="-78"/>
                <a:cs typeface="IBM Plex Sans Arabic Medium" panose="020B0603050203000203" pitchFamily="34" charset="-78"/>
              </a:rPr>
              <a:t>منابع</a:t>
            </a:r>
          </a:p>
          <a:p>
            <a:pPr algn="l">
              <a:lnSpc>
                <a:spcPct val="150000"/>
              </a:lnSpc>
            </a:pPr>
            <a:r>
              <a:rPr lang="en-US" sz="1400" dirty="0">
                <a:latin typeface="IBM Plex Sans Arabic Medium" panose="020B0603050203000203" pitchFamily="34" charset="-78"/>
                <a:cs typeface="IBM Plex Sans Arabic Medium" panose="020B0603050203000203" pitchFamily="34" charset="-78"/>
              </a:rPr>
              <a:t>STM32F103x6/x8 Datasheet, STMicroelectronicsSTM32 HAL Driver User Manual (UM1850),</a:t>
            </a:r>
            <a:endParaRPr lang="fa-IR" sz="1400" dirty="0">
              <a:latin typeface="IBM Plex Sans Arabic Medium" panose="020B0603050203000203" pitchFamily="34" charset="-78"/>
              <a:cs typeface="IBM Plex Sans Arabic Medium" panose="020B0603050203000203" pitchFamily="34" charset="-78"/>
            </a:endParaRPr>
          </a:p>
          <a:p>
            <a:pPr algn="l">
              <a:lnSpc>
                <a:spcPct val="150000"/>
              </a:lnSpc>
            </a:pPr>
            <a:r>
              <a:rPr lang="en-US" sz="1400" dirty="0" err="1">
                <a:latin typeface="IBM Plex Sans Arabic Medium" panose="020B0603050203000203" pitchFamily="34" charset="-78"/>
                <a:cs typeface="IBM Plex Sans Arabic Medium" panose="020B0603050203000203" pitchFamily="34" charset="-78"/>
              </a:rPr>
              <a:t>STMicroelectronicsHitachi</a:t>
            </a:r>
            <a:r>
              <a:rPr lang="en-US" sz="1400" dirty="0">
                <a:latin typeface="IBM Plex Sans Arabic Medium" panose="020B0603050203000203" pitchFamily="34" charset="-78"/>
                <a:cs typeface="IBM Plex Sans Arabic Medium" panose="020B0603050203000203" pitchFamily="34" charset="-78"/>
              </a:rPr>
              <a:t> HD44780U LCD Controller/Driver </a:t>
            </a:r>
            <a:r>
              <a:rPr lang="en-US" sz="1400" dirty="0" err="1">
                <a:latin typeface="IBM Plex Sans Arabic Medium" panose="020B0603050203000203" pitchFamily="34" charset="-78"/>
                <a:cs typeface="IBM Plex Sans Arabic Medium" panose="020B0603050203000203" pitchFamily="34" charset="-78"/>
              </a:rPr>
              <a:t>DatasheetISO</a:t>
            </a:r>
            <a:r>
              <a:rPr lang="en-US" sz="1400" dirty="0">
                <a:latin typeface="IBM Plex Sans Arabic Medium" panose="020B0603050203000203" pitchFamily="34" charset="-78"/>
                <a:cs typeface="IBM Plex Sans Arabic Medium" panose="020B0603050203000203" pitchFamily="34" charset="-78"/>
              </a:rPr>
              <a:t> 10816-3: Mechanical Vibration — Evaluation of Machine Vibration by Measurements on Non-Rotating </a:t>
            </a:r>
            <a:endParaRPr lang="fa-IR" sz="1400" dirty="0">
              <a:latin typeface="IBM Plex Sans Arabic Medium" panose="020B0603050203000203" pitchFamily="34" charset="-78"/>
              <a:cs typeface="IBM Plex Sans Arabic Medium" panose="020B0603050203000203" pitchFamily="34" charset="-78"/>
            </a:endParaRPr>
          </a:p>
          <a:p>
            <a:pPr algn="l">
              <a:lnSpc>
                <a:spcPct val="150000"/>
              </a:lnSpc>
            </a:pPr>
            <a:r>
              <a:rPr lang="en-US" sz="1400" dirty="0">
                <a:latin typeface="IBM Plex Sans Arabic Medium" panose="020B0603050203000203" pitchFamily="34" charset="-78"/>
                <a:cs typeface="IBM Plex Sans Arabic Medium" panose="020B0603050203000203" pitchFamily="34" charset="-78"/>
              </a:rPr>
              <a:t>Proteus Professional 9 Documentation, </a:t>
            </a:r>
            <a:r>
              <a:rPr lang="en-US" sz="1400" dirty="0" err="1">
                <a:latin typeface="IBM Plex Sans Arabic Medium" panose="020B0603050203000203" pitchFamily="34" charset="-78"/>
                <a:cs typeface="IBM Plex Sans Arabic Medium" panose="020B0603050203000203" pitchFamily="34" charset="-78"/>
              </a:rPr>
              <a:t>Labcenter</a:t>
            </a:r>
            <a:r>
              <a:rPr lang="en-US" sz="1400" dirty="0">
                <a:latin typeface="IBM Plex Sans Arabic Medium" panose="020B0603050203000203" pitchFamily="34" charset="-78"/>
                <a:cs typeface="IBM Plex Sans Arabic Medium" panose="020B0603050203000203" pitchFamily="34" charset="-78"/>
              </a:rPr>
              <a:t> </a:t>
            </a:r>
            <a:r>
              <a:rPr lang="en-US" sz="1400" dirty="0" err="1">
                <a:latin typeface="IBM Plex Sans Arabic Medium" panose="020B0603050203000203" pitchFamily="34" charset="-78"/>
                <a:cs typeface="IBM Plex Sans Arabic Medium" panose="020B0603050203000203" pitchFamily="34" charset="-78"/>
              </a:rPr>
              <a:t>ElectronicsKeil</a:t>
            </a:r>
            <a:r>
              <a:rPr lang="en-US" sz="1400" dirty="0">
                <a:latin typeface="IBM Plex Sans Arabic Medium" panose="020B0603050203000203" pitchFamily="34" charset="-78"/>
                <a:cs typeface="IBM Plex Sans Arabic Medium" panose="020B0603050203000203" pitchFamily="34" charset="-78"/>
              </a:rPr>
              <a:t> </a:t>
            </a:r>
            <a:endParaRPr lang="fa-IR" sz="1400" dirty="0">
              <a:latin typeface="IBM Plex Sans Arabic Medium" panose="020B0603050203000203" pitchFamily="34" charset="-78"/>
              <a:cs typeface="IBM Plex Sans Arabic Medium" panose="020B0603050203000203" pitchFamily="34" charset="-78"/>
            </a:endParaRPr>
          </a:p>
          <a:p>
            <a:pPr algn="l">
              <a:lnSpc>
                <a:spcPct val="150000"/>
              </a:lnSpc>
            </a:pPr>
            <a:r>
              <a:rPr lang="en-US" sz="1400" dirty="0">
                <a:latin typeface="IBM Plex Sans Arabic Medium" panose="020B0603050203000203" pitchFamily="34" charset="-78"/>
                <a:cs typeface="IBM Plex Sans Arabic Medium" panose="020B0603050203000203" pitchFamily="34" charset="-78"/>
              </a:rPr>
              <a:t>MDK-ARM / ARM Compiler V6 Documentation, Keil (an ARM Company)</a:t>
            </a:r>
            <a:endParaRPr lang="fa-IR" sz="1400" dirty="0">
              <a:latin typeface="IBM Plex Sans Arabic Medium" panose="020B0603050203000203" pitchFamily="34" charset="-78"/>
              <a:cs typeface="IBM Plex Sans Arabic Medium" panose="020B0603050203000203" pitchFamily="34" charset="-78"/>
            </a:endParaRPr>
          </a:p>
          <a:p>
            <a:pPr>
              <a:lnSpc>
                <a:spcPct val="150000"/>
              </a:lnSpc>
            </a:pPr>
            <a:r>
              <a:rPr lang="en-US" sz="1400" dirty="0">
                <a:latin typeface="IBM Plex Sans Arabic Medium" panose="020B0603050203000203" pitchFamily="34" charset="-78"/>
                <a:cs typeface="IBM Plex Sans Arabic Medium" panose="020B0603050203000203" pitchFamily="34" charset="-78"/>
              </a:rPr>
              <a:t>STM32IDE and </a:t>
            </a:r>
            <a:r>
              <a:rPr lang="en-US" sz="1400" dirty="0" err="1">
                <a:latin typeface="IBM Plex Sans Arabic Medium" panose="020B0603050203000203" pitchFamily="34" charset="-78"/>
                <a:cs typeface="IBM Plex Sans Arabic Medium" panose="020B0603050203000203" pitchFamily="34" charset="-78"/>
              </a:rPr>
              <a:t>STMCubeMX</a:t>
            </a:r>
            <a:endParaRPr lang="fa-IR" sz="1400" dirty="0">
              <a:latin typeface="IBM Plex Sans Arabic Medium" panose="020B0603050203000203" pitchFamily="34" charset="-78"/>
              <a:cs typeface="IBM Plex Sans Arabic Medium" panose="020B0603050203000203" pitchFamily="34" charset="-78"/>
            </a:endParaRPr>
          </a:p>
          <a:p>
            <a:pPr algn="l">
              <a:lnSpc>
                <a:spcPct val="150000"/>
              </a:lnSpc>
            </a:pPr>
            <a:r>
              <a:rPr lang="fa-IR" sz="1400" dirty="0">
                <a:latin typeface="IBM Plex Sans Arabic Medium" panose="020B0603050203000203" pitchFamily="34" charset="-78"/>
                <a:cs typeface="IBM Plex Sans Arabic Medium" panose="020B0603050203000203" pitchFamily="34" charset="-78"/>
              </a:rPr>
              <a:t>مستندات فنی و گزارش‌های داخلی پروژه‌ی کارخانه‌ی هوشمند</a:t>
            </a:r>
          </a:p>
          <a:p>
            <a:pPr algn="l">
              <a:lnSpc>
                <a:spcPct val="150000"/>
              </a:lnSpc>
            </a:pPr>
            <a:endParaRPr lang="en-US" sz="1400" dirty="0">
              <a:latin typeface="IBM Plex Sans Arabic Medium" panose="020B0603050203000203" pitchFamily="34" charset="-78"/>
              <a:cs typeface="IBM Plex Sans Arabic Medium" panose="020B0603050203000203" pitchFamily="34" charset="-78"/>
            </a:endParaRPr>
          </a:p>
        </p:txBody>
      </p:sp>
    </p:spTree>
    <p:extLst>
      <p:ext uri="{BB962C8B-B14F-4D97-AF65-F5344CB8AC3E}">
        <p14:creationId xmlns:p14="http://schemas.microsoft.com/office/powerpoint/2010/main" val="11747184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5EB"/>
        </a:solidFill>
        <a:effectLst/>
      </p:bgPr>
    </p:bg>
    <p:spTree>
      <p:nvGrpSpPr>
        <p:cNvPr id="1" name=""/>
        <p:cNvGrpSpPr/>
        <p:nvPr/>
      </p:nvGrpSpPr>
      <p:grpSpPr>
        <a:xfrm>
          <a:off x="0" y="0"/>
          <a:ext cx="0" cy="0"/>
          <a:chOff x="0" y="0"/>
          <a:chExt cx="0" cy="0"/>
        </a:xfrm>
      </p:grpSpPr>
      <p:sp>
        <p:nvSpPr>
          <p:cNvPr id="9" name="TextBox 8"/>
          <p:cNvSpPr txBox="1"/>
          <p:nvPr/>
        </p:nvSpPr>
        <p:spPr>
          <a:xfrm>
            <a:off x="8976361" y="6267450"/>
            <a:ext cx="2739390" cy="153888"/>
          </a:xfrm>
          <a:prstGeom prst="rect">
            <a:avLst/>
          </a:prstGeom>
          <a:noFill/>
        </p:spPr>
        <p:txBody>
          <a:bodyPr wrap="square" lIns="0" tIns="0" rIns="0" bIns="0" anchor="t">
            <a:spAutoFit/>
          </a:bodyPr>
          <a:lstStyle/>
          <a:p>
            <a:pPr marL="0" marR="0" lvl="0" indent="0" algn="r" defTabSz="457200" rtl="1" eaLnBrk="1" fontAlgn="auto" latinLnBrk="0" hangingPunct="1">
              <a:lnSpc>
                <a:spcPct val="100000"/>
              </a:lnSpc>
              <a:spcBef>
                <a:spcPts val="0"/>
              </a:spcBef>
              <a:spcAft>
                <a:spcPts val="0"/>
              </a:spcAft>
              <a:buClrTx/>
              <a:buSzTx/>
              <a:buFontTx/>
              <a:buNone/>
              <a:tabLst/>
              <a:defRPr/>
            </a:pPr>
            <a:r>
              <a:rPr kumimoji="0" lang="fa-IR" sz="10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rPr>
              <a:t>نتیجه گیری و منابع</a:t>
            </a:r>
          </a:p>
        </p:txBody>
      </p:sp>
      <p:sp>
        <p:nvSpPr>
          <p:cNvPr id="20" name="TextBox 19"/>
          <p:cNvSpPr txBox="1"/>
          <p:nvPr/>
        </p:nvSpPr>
        <p:spPr>
          <a:xfrm>
            <a:off x="2773679" y="412664"/>
            <a:ext cx="8761095" cy="321242"/>
          </a:xfrm>
          <a:prstGeom prst="rect">
            <a:avLst/>
          </a:prstGeom>
          <a:noFill/>
        </p:spPr>
        <p:txBody>
          <a:bodyPr wrap="square" lIns="0" tIns="0" rIns="0" bIns="0" anchor="ctr">
            <a:spAutoFit/>
          </a:bodyPr>
          <a:lstStyle/>
          <a:p>
            <a:pPr marL="0" marR="0" lvl="0" indent="0" algn="r" defTabSz="457200" rtl="1" eaLnBrk="1" fontAlgn="auto" latinLnBrk="0" hangingPunct="1">
              <a:lnSpc>
                <a:spcPts val="2520"/>
              </a:lnSpc>
              <a:spcBef>
                <a:spcPts val="0"/>
              </a:spcBef>
              <a:spcAft>
                <a:spcPts val="0"/>
              </a:spcAft>
              <a:buClrTx/>
              <a:buSzTx/>
              <a:buFontTx/>
              <a:buNone/>
              <a:tabLst/>
              <a:defRPr/>
            </a:pPr>
            <a:r>
              <a:rPr lang="fa-IR" sz="2100" dirty="0">
                <a:solidFill>
                  <a:srgbClr val="2B4C31"/>
                </a:solidFill>
                <a:latin typeface="IBM Plex Sans Arabic Medium" panose="020B0603050203000203" pitchFamily="34" charset="-78"/>
                <a:cs typeface="IBM Plex Sans Arabic Medium" panose="020B0603050203000203" pitchFamily="34" charset="-78"/>
              </a:rPr>
              <a:t>لینک ریپوزیتوری</a:t>
            </a:r>
            <a:endParaRPr kumimoji="0" lang="fa-IR" sz="2100" b="0" i="0" u="none" strike="noStrike" kern="1200" cap="none" spc="0" normalizeH="0" baseline="0" noProof="0" dirty="0">
              <a:ln>
                <a:noFill/>
              </a:ln>
              <a:solidFill>
                <a:srgbClr val="2B4C31"/>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21" name="Rectangle 20"/>
          <p:cNvSpPr/>
          <p:nvPr/>
        </p:nvSpPr>
        <p:spPr>
          <a:xfrm>
            <a:off x="11658600" y="381000"/>
            <a:ext cx="57150" cy="319980"/>
          </a:xfrm>
          <a:prstGeom prst="rect">
            <a:avLst/>
          </a:prstGeom>
          <a:solidFill>
            <a:srgbClr val="598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457200" rtl="1"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IBM Plex Sans Arabic Medium" panose="020B0603050203000203" pitchFamily="34" charset="-78"/>
              <a:ea typeface="+mn-ea"/>
              <a:cs typeface="IBM Plex Sans Arabic Medium" panose="020B0603050203000203" pitchFamily="34" charset="-78"/>
            </a:endParaRPr>
          </a:p>
        </p:txBody>
      </p:sp>
      <p:sp>
        <p:nvSpPr>
          <p:cNvPr id="3" name="TextBox 2">
            <a:extLst>
              <a:ext uri="{FF2B5EF4-FFF2-40B4-BE49-F238E27FC236}">
                <a16:creationId xmlns:a16="http://schemas.microsoft.com/office/drawing/2014/main" id="{8C90FC46-8848-0070-8368-445B987EABB3}"/>
              </a:ext>
            </a:extLst>
          </p:cNvPr>
          <p:cNvSpPr txBox="1"/>
          <p:nvPr/>
        </p:nvSpPr>
        <p:spPr>
          <a:xfrm>
            <a:off x="3796392" y="2822276"/>
            <a:ext cx="5375911" cy="369332"/>
          </a:xfrm>
          <a:prstGeom prst="rect">
            <a:avLst/>
          </a:prstGeom>
          <a:noFill/>
        </p:spPr>
        <p:txBody>
          <a:bodyPr wrap="square" rtlCol="0">
            <a:spAutoFit/>
          </a:bodyPr>
          <a:lstStyle/>
          <a:p>
            <a:r>
              <a:rPr lang="en-US" dirty="0">
                <a:hlinkClick r:id="rId2"/>
              </a:rPr>
              <a:t>https://github.com/alznvd6/SMART_FACTORY/</a:t>
            </a:r>
            <a:endParaRPr lang="en-US" dirty="0"/>
          </a:p>
        </p:txBody>
      </p:sp>
      <p:pic>
        <p:nvPicPr>
          <p:cNvPr id="4" name="Picture 3">
            <a:extLst>
              <a:ext uri="{FF2B5EF4-FFF2-40B4-BE49-F238E27FC236}">
                <a16:creationId xmlns:a16="http://schemas.microsoft.com/office/drawing/2014/main" id="{0FEC3E9A-522F-3A54-D386-84E4BCD0FA3A}"/>
              </a:ext>
            </a:extLst>
          </p:cNvPr>
          <p:cNvPicPr>
            <a:picLocks noChangeAspect="1"/>
          </p:cNvPicPr>
          <p:nvPr/>
        </p:nvPicPr>
        <p:blipFill>
          <a:blip r:embed="rId3"/>
          <a:stretch>
            <a:fillRect/>
          </a:stretch>
        </p:blipFill>
        <p:spPr>
          <a:xfrm>
            <a:off x="3363686" y="2822276"/>
            <a:ext cx="432706" cy="441597"/>
          </a:xfrm>
          <a:prstGeom prst="rect">
            <a:avLst/>
          </a:prstGeom>
        </p:spPr>
      </p:pic>
    </p:spTree>
    <p:extLst>
      <p:ext uri="{BB962C8B-B14F-4D97-AF65-F5344CB8AC3E}">
        <p14:creationId xmlns:p14="http://schemas.microsoft.com/office/powerpoint/2010/main" val="1136066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725</TotalTime>
  <Words>7409</Words>
  <Application>Microsoft Office PowerPoint</Application>
  <PresentationFormat>Widescreen</PresentationFormat>
  <Paragraphs>665</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IBM Plex Sans Arabic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Aliz Navid</dc:creator>
  <cp:keywords/>
  <dc:description>generated using python-pptx</dc:description>
  <cp:lastModifiedBy>Aliz Navid</cp:lastModifiedBy>
  <cp:revision>157</cp:revision>
  <dcterms:created xsi:type="dcterms:W3CDTF">2013-01-27T09:14:16Z</dcterms:created>
  <dcterms:modified xsi:type="dcterms:W3CDTF">2026-07-22T11:30:40Z</dcterms:modified>
  <cp:category/>
</cp:coreProperties>
</file>